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12.4s · 31 palabras]</a:t>
            </a:r>
          </a:p>
          <a:p/>
          <a:p>
            <a:r>
              <a:t>Hay un entregable de la Fase A que parece administrativo y termina siendo el blocker más silencioso de toda la implementación: la solicitud de dominio al equipo de TI del gobierno.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16.8s · 42 palabras]</a:t>
            </a:r>
          </a:p>
          <a:p/>
          <a:p>
            <a:r>
              <a:t>El equipo de TI del gobierno puede tardar entre dos y cuatro semanas en responder. A veces más. No depende de ti, no depende del dueño del proyecto, no depende del coordinador. Depende de un proceso interno que tiene sus propios tiempos.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13.6s · 34 palabras]</a:t>
            </a:r>
          </a:p>
          <a:p/>
          <a:p>
            <a:r>
              <a:t>Por eso la regla es clara: pide el dominio el día uno. No la semana seis. No cuando ya estés probando integraciones. Día uno. La solicitud sale durante la reunión tres, la de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15.6s · 39 palabras]</a:t>
            </a:r>
          </a:p>
          <a:p/>
          <a:p>
            <a:r>
              <a:t>El técnico del gobierno se lleva la tarea, con deadline explícito a fin de la semana dos. Tu trabajo, desde ese momento, es hacer seguimiento semanal. No agresivo, pero constante. Una pregunta corta cada lunes hasta que esté resuelto.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22.0s · 55 palabras]</a:t>
            </a:r>
          </a:p>
          <a:p/>
          <a:p>
            <a:r>
              <a:t>Si llegas a Fase D sin dominio resuelto, no puedes lanzar. Es así de simple. Y el costo de no tenerlo no es técnico: es político. Vas a tener que explicarle al gobierno por qué no hay go-live, y la respuesta TI todavía no asignó el dominio no funciona cuando ya estás en semana diez.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9.6s · 24 palabras]</a:t>
            </a:r>
          </a:p>
          <a:p/>
          <a:p>
            <a:r>
              <a:t>El dominio se pide el día uno. Cada semana que pasa sin pedirlo es una semana que se le suma al final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El dominio,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el día uno.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Parece administrativo. Es el blocker más silencioso de toda la implementación.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Los tiempos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Entre dos y cuatro semanas.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A veces más.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No depende de ti, no depende del dueño del proyecto, no depende del coordinador. Depende de un proceso interno de TI con sus propios tiempos.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0A0915"/>
                </a:solidFill>
                <a:latin typeface="Plus Jakarta Sans"/>
              </a:rPr>
              <a:t>La regla es clara.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754880"/>
            <a:ext cx="6400800" cy="4114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12064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C2626"/>
                </a:solidFill>
                <a:latin typeface="Plus Jakarta Sans"/>
              </a:rPr>
              <a:t>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2179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915"/>
                </a:solidFill>
                <a:latin typeface="Plus Jakarta Sans"/>
              </a:rPr>
              <a:t>La semana seis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73152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Cuando ya estás probando integraciones.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4754880"/>
            <a:ext cx="640080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512064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0B981"/>
                </a:solidFill>
                <a:latin typeface="Plus Jakart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2179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915"/>
                </a:solidFill>
                <a:latin typeface="Plus Jakarta Sans"/>
              </a:rPr>
              <a:t>Día uno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73152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La solicitud sale durante la reunión de metodología.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Quién y cuándo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El técnico del gobierno se lleva la tarea,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con deadline a fin de semana 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Tu trabajo, desde ese momento, es hacer seguimiento semanal. No agresivo, pero constante. Una pregunta corta cada lunes hasta que esté resuelto.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Si llegas a Fase D sin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No puedes lanzar.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Y el costo no es técnico: es político. "TI todavía no asignó el dominio" no funciona cuando ya estás en semana diez.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El dominio se pide el día uno.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Cada semana sin pedirlo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es una semana que se le suma al final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