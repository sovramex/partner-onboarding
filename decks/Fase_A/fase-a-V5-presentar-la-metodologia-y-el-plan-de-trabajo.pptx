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8.8s · 22 palabras]</a:t>
            </a:r>
          </a:p>
          <a:p/>
          <a:p>
            <a:r>
              <a:t>La tercera reunión obligatoria es la de metodología detallada. Una hora y media a dos horas, con el equipo core ya conformado.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18.8s · 47 palabras]</a:t>
            </a:r>
          </a:p>
          <a:p/>
          <a:p>
            <a:r>
              <a:t>El objetivo es que el gobierno salga de esta reunión sabiendo exactamente qué información debe preparar y para cuándo. Es la reunión donde el partner deja de hablar de el proyecto en general y empieza a hablar de esta semana hacemos esto, la que viene esto otro.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21.6s · 54 palabras]</a:t>
            </a:r>
          </a:p>
          <a:p/>
          <a:p>
            <a:r>
              <a:t>Recorres las cinco fases del ciclo, una por una. Qué pasa en cada una, cuánto dura, qué necesitas del gobierno en cada momento. No es necesario entrar en detalle operativo de plataforma. Es necesario que cada persona en la sala entienda en qué fase tendrá que tomar decisiones y qué tendrá que tener listo.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15.6s · 39 palabras]</a:t>
            </a:r>
          </a:p>
          <a:p/>
          <a:p>
            <a:r>
              <a:t>Después presentas el plan de trabajo con fechas, hitos y dependencias. Idealmente un gantt o un cronograma equivalente. No es un documento decorativo: es la herramienta con la que vas a hacer seguimiento semanal de aquí hasta el go-live.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18.0s · 45 palabras]</a:t>
            </a:r>
          </a:p>
          <a:p/>
          <a:p>
            <a:r>
              <a:t>En esta reunión también entregas el documento de requisitos del proyecto. Ese documento le dice al gobierno qué información debe preparar antes de cada fase: datos de trámites, accesos, decisiones pendientes. No basta con dárselo. Tienes que explicárselo y agendar cuándo lo vas a revisar.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13.6s · 34 palabras]</a:t>
            </a:r>
          </a:p>
          <a:p/>
          <a:p>
            <a:r>
              <a:t>Pides al gobierno que arme una primera lista de trámites candidatos para el primer ciclo. Ellos proponen, tú priorizas en Fase B. No los presiones a decidir ahora, pero sí a tener la lista.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12.0s · 30 palabras]</a:t>
            </a:r>
          </a:p>
          <a:p/>
          <a:p>
            <a:r>
              <a:t>Y antes de cerrar la reunión, agendas las próximas. Las capacitaciones de Fase B no se agendan en Fase B: se agendan ahora, mientras todos están en la misma sala.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7.6s · 19 palabras]</a:t>
            </a:r>
          </a:p>
          <a:p/>
          <a:p>
            <a:r>
              <a:t>La metodología deja de ser teórica cuando el gobierno sabe qué tiene que preparar para la semana que viene.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077CC"/>
                </a:solidFill>
                <a:latin typeface="Figtree"/>
              </a:rPr>
              <a:t>FASE A</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Metodología</a:t>
            </a:r>
          </a:p>
          <a:p>
            <a:pPr algn="l">
              <a:lnSpc>
                <a:spcPct val="110000"/>
              </a:lnSpc>
            </a:pPr>
            <a:r>
              <a:rPr sz="8000" b="1" i="0">
                <a:solidFill>
                  <a:srgbClr val="0A0915"/>
                </a:solidFill>
                <a:latin typeface="Plus Jakarta Sans"/>
              </a:rPr>
              <a:t>y plan de trabajo.</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La tercera reunión obligatoria. Una hora y media a dos horas, con el equipo core.</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El objetivo</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Que el gobierno salga sabiendo</a:t>
            </a:r>
          </a:p>
          <a:p>
            <a:pPr algn="ctr">
              <a:lnSpc>
                <a:spcPct val="115000"/>
              </a:lnSpc>
            </a:pPr>
            <a:r>
              <a:rPr sz="5600" b="1" i="0">
                <a:solidFill>
                  <a:srgbClr val="0A0915"/>
                </a:solidFill>
                <a:latin typeface="Plus Jakarta Sans"/>
              </a:rPr>
              <a:t>qué preparar y para cuándo.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Es la reunión donde el partner deja de hablar de "el proyecto en general" y empieza a hablar de "esta semana hacemos esto, la que viene esto otro."</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Las cinco fases del ciclo</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Una por una.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Qué pasa en cada una, cuánto dura, qué necesitas del gobierno en cada momento. Cada persona en la sala entiende en qué fase tendrá que tomar decisiones y qué tendrá que tener listo.</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El plan de trabajo</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Fechas, hitos y dependencias.</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Idealmente un gantt o un cronograma equivalente. No es un documento decorativo: es la herramienta con la que vas a hacer seguimiento semanal hasta el go-live.</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El documento de requisitos</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Qué información preparar antes de cada fase.</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Datos de trámites, accesos, decisiones pendientes. No basta con dárselo. Tienes que explicárselo y agendar cuándo lo vas a revisar.</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Trámites candidatos</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Ellos proponen, tú priorizas en Fase B.</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Pides al gobierno que arme una primera lista de trámites para el primer ciclo. No los presiones a decidir ahora, pero sí a tener la lista.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Antes de cerrar</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Agendar las próximas reuniones.</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Las capacitaciones de Fase B no se agendan en Fase B: se agendan ahora, mientras todos están en la misma sala.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La metodología deja de ser teórica</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cuando el gobierno sabe</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qué tiene que preparar para la semana que viene.</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