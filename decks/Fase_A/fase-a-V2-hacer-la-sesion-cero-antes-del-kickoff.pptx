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15.2s · 38 palabras]</a:t>
            </a:r>
          </a:p>
          <a:p/>
          <a:p>
            <a:r>
              <a:t>Antes de la primera reunión formal, hay una conversación que vale la pena tener. Se llama sesión cero. Es opcional en el papel, pero en la práctica es la reunión con el mejor retorno de toda la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15.6s · 39 palabras]</a:t>
            </a:r>
          </a:p>
          <a:p/>
          <a:p>
            <a:r>
              <a:t>La sesión cero es una conversación informal, de aproximadamente una hora, entre tú como líder de implementación y el coordinador del gobierno. Si puedes sumar al dueño del proyecto, mejor. El objetivo no es trabajar. El objetivo es conocerse.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22.4s · 56 palabras]</a:t>
            </a:r>
          </a:p>
          <a:p/>
          <a:p>
            <a:r>
              <a:t>Lo que tienes que sacar de esa hora es información que ningún documento te va a dar. Quién impulsa el proyecto desde adentro. Quién podría bloquearlo. Qué proyectos de digitalización ya intentaron antes y por qué fallaron. Qué expectativas reales tiene el gobierno, más allá de lo que dice el contrato. Qué temas son sensibles políticamente.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14.0s · 35 palabras]</a:t>
            </a:r>
          </a:p>
          <a:p/>
          <a:p>
            <a:r>
              <a:t>Una regla simple: en la sesión cero, deja que el gobierno hable más de lo que hablas tú. Tu rol es hacer preguntas abiertas y escuchar. No vendes nada. No prometes nada. No abres laptop.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13.6s · 34 palabras]</a:t>
            </a:r>
          </a:p>
          <a:p/>
          <a:p>
            <a:r>
              <a:t>Lo que sales con: un mapa informal de stakeholders, primeras impresiones documentadas sobre la madurez digital del gobierno, y una lista de temas sensibles que vas a manejar con cuidado en el kickoff formal.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15.6s · 39 palabras]</a:t>
            </a:r>
          </a:p>
          <a:p/>
          <a:p>
            <a:r>
              <a:t>Si no puedes hacer sesión cero, no es un blocker. La fase sigue adelante. Pero si tienes la oportunidad y la dejas pasar, vas a descubrir en la semana seis cosas que podrías haber sabido en la semana uno.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La sesión cero es la reunión más barata y con mayor retorno de toda la implementación. La confianza que genera ahorra semanas de fricción.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0077CC"/>
                </a:solidFill>
                <a:latin typeface="Figtree"/>
              </a:rPr>
              <a:t>FASE A</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La sesión cero,</a:t>
            </a:r>
          </a:p>
          <a:p>
            <a:pPr algn="l">
              <a:lnSpc>
                <a:spcPct val="110000"/>
              </a:lnSpc>
            </a:pPr>
            <a:r>
              <a:rPr sz="8000" b="1" i="0">
                <a:solidFill>
                  <a:srgbClr val="0A0915"/>
                </a:solidFill>
                <a:latin typeface="Plus Jakarta Sans"/>
              </a:rPr>
              <a:t>antes del kickoff.</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Opcional en el papel. La reunión con mejor retorno de toda la implementación.</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Qué es</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Una hora informal.</a:t>
            </a:r>
          </a:p>
          <a:p>
            <a:pPr algn="ctr">
              <a:lnSpc>
                <a:spcPct val="115000"/>
              </a:lnSpc>
            </a:pPr>
            <a:r>
              <a:rPr sz="5600" b="1" i="0">
                <a:solidFill>
                  <a:srgbClr val="0A0915"/>
                </a:solidFill>
                <a:latin typeface="Plus Jakarta Sans"/>
              </a:rPr>
              <a:t>Tú y el coordinador del gobierno.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Si puedes sumar al dueño del proyecto, mejor. El objetivo no es trabajar. El objetivo es conocerse.</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Lo que tienes que sacar de esa hora.</a:t>
            </a:r>
          </a:p>
        </p:txBody>
      </p:sp>
      <p:sp>
        <p:nvSpPr>
          <p:cNvPr id="3" name="Rounded Rectangle 2"/>
          <p:cNvSpPr/>
          <p:nvPr/>
        </p:nvSpPr>
        <p:spPr>
          <a:xfrm>
            <a:off x="1371600" y="388620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Quién impulsa el proyecto desde adentro.</a:t>
            </a:r>
          </a:p>
        </p:txBody>
      </p:sp>
      <p:sp>
        <p:nvSpPr>
          <p:cNvPr id="5" name="Rounded Rectangle 4"/>
          <p:cNvSpPr/>
          <p:nvPr/>
        </p:nvSpPr>
        <p:spPr>
          <a:xfrm>
            <a:off x="1371600" y="470916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Quién podría bloquearlo.</a:t>
            </a:r>
          </a:p>
        </p:txBody>
      </p:sp>
      <p:sp>
        <p:nvSpPr>
          <p:cNvPr id="7" name="Rounded Rectangle 6"/>
          <p:cNvSpPr/>
          <p:nvPr/>
        </p:nvSpPr>
        <p:spPr>
          <a:xfrm>
            <a:off x="1371600" y="553212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Qué proyectos de digitalización ya intentaron antes y por qué fallaron.</a:t>
            </a:r>
          </a:p>
        </p:txBody>
      </p:sp>
      <p:sp>
        <p:nvSpPr>
          <p:cNvPr id="9" name="Rounded Rectangle 8"/>
          <p:cNvSpPr/>
          <p:nvPr/>
        </p:nvSpPr>
        <p:spPr>
          <a:xfrm>
            <a:off x="1371600" y="635508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Qué expectativas reales tiene el gobierno, más allá del contrato.</a:t>
            </a:r>
          </a:p>
        </p:txBody>
      </p:sp>
      <p:sp>
        <p:nvSpPr>
          <p:cNvPr id="11" name="Rounded Rectangle 10"/>
          <p:cNvSpPr/>
          <p:nvPr/>
        </p:nvSpPr>
        <p:spPr>
          <a:xfrm>
            <a:off x="1371600" y="717804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Qué temas son sensibles políticamente.</a:t>
            </a:r>
          </a:p>
        </p:txBody>
      </p:sp>
      <p:sp>
        <p:nvSpPr>
          <p:cNvPr id="13" name="TextBox 12"/>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La regla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Deja que el gobierno hable</a:t>
            </a:r>
          </a:p>
          <a:p>
            <a:pPr algn="ctr">
              <a:lnSpc>
                <a:spcPct val="115000"/>
              </a:lnSpc>
            </a:pPr>
            <a:r>
              <a:rPr sz="5600" b="1" i="0">
                <a:solidFill>
                  <a:srgbClr val="0A0915"/>
                </a:solidFill>
                <a:latin typeface="Plus Jakarta Sans"/>
              </a:rPr>
              <a:t>más de lo que hablas tú.</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Tu rol es hacer preguntas abiertas y escuchar. No vendes nada. No prometes nada. No abres laptop.</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Lo que sales con.</a:t>
            </a:r>
          </a:p>
        </p:txBody>
      </p:sp>
      <p:sp>
        <p:nvSpPr>
          <p:cNvPr id="3" name="Rounded Rectangle 2"/>
          <p:cNvSpPr/>
          <p:nvPr/>
        </p:nvSpPr>
        <p:spPr>
          <a:xfrm>
            <a:off x="1371600" y="388620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Un mapa informal de stakeholders.</a:t>
            </a:r>
          </a:p>
        </p:txBody>
      </p:sp>
      <p:sp>
        <p:nvSpPr>
          <p:cNvPr id="5" name="Rounded Rectangle 4"/>
          <p:cNvSpPr/>
          <p:nvPr/>
        </p:nvSpPr>
        <p:spPr>
          <a:xfrm>
            <a:off x="1371600" y="470916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Primeras impresiones sobre la madurez digital del gobierno.</a:t>
            </a:r>
          </a:p>
        </p:txBody>
      </p:sp>
      <p:sp>
        <p:nvSpPr>
          <p:cNvPr id="7" name="Rounded Rectangle 6"/>
          <p:cNvSpPr/>
          <p:nvPr/>
        </p:nvSpPr>
        <p:spPr>
          <a:xfrm>
            <a:off x="1371600" y="5532120"/>
            <a:ext cx="228600" cy="228600"/>
          </a:xfrm>
          <a:prstGeom prst="round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Una lista de temas sensibles que vas a manejar con cuidado en el kickoff.</a:t>
            </a:r>
          </a:p>
        </p:txBody>
      </p:sp>
      <p:sp>
        <p:nvSpPr>
          <p:cNvPr id="9" name="TextBox 8"/>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Si no se puede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No es un blocker.</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La fase sigue adelante. Pero si tienes la oportunidad y la dejas pasar, vas a descubrir en la semana seis cosas que podrías haber sabido en la semana uno.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La reunión más barata</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y con mayor retorno.</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La confianza que genera ahorra semanas de fricción.</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