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24.8s · 62 palabras]</a:t>
            </a:r>
          </a:p>
          <a:p/>
          <a:p>
            <a:r>
              <a:t>Antes de arrancar una implementación de SovraGov, hay una fase que no aparece en el contrato pero que define si el proyecto va a llegar bien al día noventa o se va a atascar en la semana cuatro. Es la Fase Pre-A. Algunos partners la llaman Fase 0. El nombre es lo de menos. Lo que importa es lo que pasa acá.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8.4s · 21 palabras]</a:t>
            </a:r>
          </a:p>
          <a:p/>
          <a:p>
            <a:r>
              <a:t>En esta fase no estás configurando nada todavía. No estás cargando trámites, no estás integrando IDP, no estás capacitando a nadie.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12.0s · 30 palabras]</a:t>
            </a:r>
          </a:p>
          <a:p/>
          <a:p>
            <a:r>
              <a:t>Estás haciendo algo más simple y más difícil: estás evaluando si el gobierno realmente está listo para arrancar, y estás dejando armado tu lado para sostener noventa días de implementación.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20.0s · 50 palabras]</a:t>
            </a:r>
          </a:p>
          <a:p/>
          <a:p>
            <a:r>
              <a:t>Pre-A son tres preguntas que vas a contestar antes de la primera reunión formal con el gobierno. ¿El gobierno tiene lo mínimo para empezar? ¿Tu equipo tiene a las personas indicadas? ¿Conoces el modelo de soporte que vas a operar y cómo se escala a Sovra cuando algo se complica?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22.8s · 57 palabras]</a:t>
            </a:r>
          </a:p>
          <a:p/>
          <a:p>
            <a:r>
              <a:t>Si las tres respuestas son sí, arrancas Fase A con la base firme. Si alguna respuesta es no, lo correcto no es empujar igual. Lo correcto es parar, ofrecer una sesión de pre-discovery, y arrancar cuando estén las condiciones. Esa decisión es tuya y es la decisión más importante que vas a tomar en todo 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6.4s · 16 palabras]</a:t>
            </a:r>
          </a:p>
          <a:p/>
          <a:p>
            <a:r>
              <a:t>La Fase Pre-A no es papeleo. Es la única oportunidad que tienes de no arrancar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77CC"/>
                </a:solidFill>
                <a:latin typeface="Figtree"/>
              </a:rPr>
              <a:t>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Entender qué es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la Fase Pre-A.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La única oportunidad de no arrancar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77CC"/>
                </a:solidFill>
                <a:latin typeface="Figtree"/>
              </a:rPr>
              <a:t>Lo que NO 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Pre-A no es configurar nada todavía.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No estás cargando trámites. No estás integrando IDP. No estás capacitando a nadie.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77CC"/>
                </a:solidFill>
                <a:latin typeface="Figtree"/>
              </a:rPr>
              <a:t>Lo que SÍ 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Algo más simple y más difícil.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Estás evaluando si el gobierno realmente está listo. Y estás dejando armado tu lado para sostener 90 días.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Tres preguntas</a:t>
            </a:r>
          </a:p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antes de la primera reunión formal.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4572000"/>
            <a:ext cx="5029200" cy="13716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7CC"/>
                </a:solidFill>
                <a:latin typeface="Plus Jakarta Sans"/>
              </a:rPr>
              <a:t>Gobierno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¿Tiene lo mínimo para empezar?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4572000"/>
            <a:ext cx="5029200" cy="13716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7CC"/>
                </a:solidFill>
                <a:latin typeface="Plus Jakarta Sans"/>
              </a:rPr>
              <a:t>Partner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¿Tu equipo tiene a las personas indicadas?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158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15800" y="4572000"/>
            <a:ext cx="5029200" cy="13716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815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7CC"/>
                </a:solidFill>
                <a:latin typeface="Plus Jakarta Sans"/>
              </a:rPr>
              <a:t>Soporte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815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¿Conoces el modelo y cómo se escala a Sovra?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600" b="1" i="0">
                <a:solidFill>
                  <a:srgbClr val="0A0915"/>
                </a:solidFill>
                <a:latin typeface="Plus Jakarta Sans"/>
              </a:rPr>
              <a:t>Si alguna respuesta es NO,</a:t>
            </a:r>
          </a:p>
          <a:p>
            <a:pPr algn="ctr">
              <a:lnSpc>
                <a:spcPct val="110000"/>
              </a:lnSpc>
            </a:pPr>
            <a:r>
              <a:rPr sz="4600" b="1" i="0">
                <a:solidFill>
                  <a:srgbClr val="0A0915"/>
                </a:solidFill>
                <a:latin typeface="Plus Jakarta Sans"/>
              </a:rPr>
              <a:t>no empujes igual.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4754880"/>
            <a:ext cx="6400800" cy="41148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5120640"/>
            <a:ext cx="91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DC2626"/>
                </a:solidFill>
                <a:latin typeface="Plus Jakarta Sans"/>
              </a:rPr>
              <a:t>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6217920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A0915"/>
                </a:solidFill>
                <a:latin typeface="Plus Jakarta Sans"/>
              </a:rPr>
              <a:t>Empujar igual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7315200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888888"/>
                </a:solidFill>
                <a:latin typeface="Figtree"/>
              </a:rPr>
              <a:t>El proyecto se atasca en la semana 4.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888888"/>
                </a:solidFill>
                <a:latin typeface="Figtree"/>
              </a:rPr>
              <a:t>Las decisiones políticas vuelven a explotar.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4754880"/>
            <a:ext cx="6400800" cy="4114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5120640"/>
            <a:ext cx="91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0B981"/>
                </a:solidFill>
                <a:latin typeface="Plus Jakart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217920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A0915"/>
                </a:solidFill>
                <a:latin typeface="Plus Jakarta Sans"/>
              </a:rPr>
              <a:t>Parar y ofrecer pre-discovery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7315200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888888"/>
                </a:solidFill>
                <a:latin typeface="Figtree"/>
              </a:rPr>
              <a:t>Arrancas cuando estén las condiciones.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888888"/>
                </a:solidFill>
                <a:latin typeface="Figtree"/>
              </a:rPr>
              <a:t>Esa decisión es tuya.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La Fase Pre-A no es papeleo.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Es la única oportunidad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de no arrancar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