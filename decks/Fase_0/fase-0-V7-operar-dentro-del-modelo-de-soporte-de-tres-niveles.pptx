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10287000" cx="18288000"/>
  <p:notesSz cx="6858000" cy="9144000"/>
  <p:embeddedFontLst>
    <p:embeddedFont>
      <p:font typeface="Inter"/>
      <p:regular r:id="rId11"/>
      <p:bold r:id="rId12"/>
      <p:italic r:id="rId13"/>
      <p:boldItalic r:id="rId14"/>
    </p:embeddedFont>
    <p:embeddedFont>
      <p:font typeface="Inter ExtraBold"/>
      <p:bold r:id="rId15"/>
      <p:boldItalic r:id="rId16"/>
    </p:embeddedFont>
    <p:embeddedFont>
      <p:font typeface="Inter Medium"/>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InterMedium-boldItalic.fntdata"/><Relationship Id="rId11" Type="http://schemas.openxmlformats.org/officeDocument/2006/relationships/font" Target="fonts/Inter-regular.fntdata"/><Relationship Id="rId10" Type="http://schemas.openxmlformats.org/officeDocument/2006/relationships/slide" Target="slides/slide5.xml"/><Relationship Id="rId13" Type="http://schemas.openxmlformats.org/officeDocument/2006/relationships/font" Target="fonts/Inter-italic.fntdata"/><Relationship Id="rId12" Type="http://schemas.openxmlformats.org/officeDocument/2006/relationships/font" Target="fonts/Inter-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ExtraBold-bold.fntdata"/><Relationship Id="rId14" Type="http://schemas.openxmlformats.org/officeDocument/2006/relationships/font" Target="fonts/Inter-boldItalic.fntdata"/><Relationship Id="rId17" Type="http://schemas.openxmlformats.org/officeDocument/2006/relationships/font" Target="fonts/InterMedium-regular.fntdata"/><Relationship Id="rId16" Type="http://schemas.openxmlformats.org/officeDocument/2006/relationships/font" Target="fonts/InterExtraBold-boldItalic.fntdata"/><Relationship Id="rId5" Type="http://schemas.openxmlformats.org/officeDocument/2006/relationships/notesMaster" Target="notesMasters/notesMaster1.xml"/><Relationship Id="rId19" Type="http://schemas.openxmlformats.org/officeDocument/2006/relationships/font" Target="fonts/InterMedium-italic.fntdata"/><Relationship Id="rId6" Type="http://schemas.openxmlformats.org/officeDocument/2006/relationships/slide" Target="slides/slide1.xml"/><Relationship Id="rId18" Type="http://schemas.openxmlformats.org/officeDocument/2006/relationships/font" Target="fonts/InterMedium-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16.0s · 40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Antes de arrancar Fase A tienes que tener clarísimo cómo funciona el soporte. No es un detalle de Fase E. Es la arquitectura que define cómo te vas a relacionar con el gobierno y con Sovra durante todo el proyecto.</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46.0s · 115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Nivel 1 es el gobierno. El equipo core del gobierno responde dudas de operadores y de ciudadanos. Accesos, contraseñas, dudas de uso, estado de un trámite. El requisito mínimo es que haya al menos dos personas capacitadas. Si hay una sola, eso es single point of failure y se rompe el día que esa persona se enferma o se va de vacaciones. El Nivel 2 eres tú, el partner. Resuelves lo que Nivel 1 no puede: configuraciones, ajustes funcionales, bugs no críticos, capacitación adicional, diagnóstico de integraciones. El Nivel 3 es Sovra. Bugs de plataforma core, infraestructura, integraciones core, incidentes de seguridad. Tú escalas a Sovra. El gobierno no contacta a Sovra directamente, nunca.</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16.0s · 40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Los SLAs son crítica una hora, alta cuatro horas, media ocho horas, baja veinticuatro horas. Eso es tiempo de respuesta en horario laboral. Los SLAs de Sovra son crítica treinta minutos, alta dos horas, media ocho horas, baja veinticuatro horas.</a:t>
            </a:r>
            <a:endParaRPr/>
          </a:p>
        </p:txBody>
      </p:sp>
      <p:sp>
        <p:nvSpPr>
          <p:cNvPr id="114" name="Google Shape;114;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0" name="Google Shape;130;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28.4s · 71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Y acá viene la regla de oro del soporte, que es la que te recomiendo que dejes pegada en algún lugar visible. El gobierno siempre habla con el partner. El partner siempre habla con Sovra. Nunca se salta un nivel. Esta regla no es burocracia, es protección. Si el gobierno empieza a contactar a Sovra directamente, tu relación con el gobierno se debilita y tu posición como socio estratégico se pierde.</a:t>
            </a:r>
            <a:endParaRPr/>
          </a:p>
        </p:txBody>
      </p:sp>
      <p:sp>
        <p:nvSpPr>
          <p:cNvPr id="131" name="Google Shape;131;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 name="Google Shape;13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7.2s · 18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gobierno habla contigo. Tú hablas con Sovra. Saltar niveles destruye la relación del partner con su gobierno.</a:t>
            </a:r>
            <a:endParaRPr/>
          </a:p>
        </p:txBody>
      </p:sp>
      <p:sp>
        <p:nvSpPr>
          <p:cNvPr id="138" name="Google Shape;138;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0077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0077CC"/>
                </a:solidFill>
                <a:latin typeface="Inter"/>
                <a:ea typeface="Inter"/>
                <a:cs typeface="Inter"/>
                <a:sym typeface="Inter"/>
              </a:rPr>
              <a:t>FASE 0</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El modelo de soporte</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de tres niveles</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No es un detalle de Fase E. Es la arquitectura de los 90 días.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4"/>
          <p:cNvSpPr txBox="1"/>
          <p:nvPr/>
        </p:nvSpPr>
        <p:spPr>
          <a:xfrm>
            <a:off x="1371600" y="571500"/>
            <a:ext cx="155448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4800">
                <a:solidFill>
                  <a:srgbClr val="0A0915"/>
                </a:solidFill>
                <a:latin typeface="Inter ExtraBold"/>
                <a:ea typeface="Inter ExtraBold"/>
                <a:cs typeface="Inter ExtraBold"/>
                <a:sym typeface="Inter ExtraBold"/>
              </a:rPr>
              <a:t>Tres niveles</a:t>
            </a:r>
            <a:r>
              <a:rPr lang="en-US" sz="4800">
                <a:solidFill>
                  <a:srgbClr val="0A0915"/>
                </a:solidFill>
                <a:latin typeface="Inter ExtraBold"/>
                <a:ea typeface="Inter ExtraBold"/>
                <a:cs typeface="Inter ExtraBold"/>
                <a:sym typeface="Inter ExtraBold"/>
              </a:rPr>
              <a:t>, u</a:t>
            </a:r>
            <a:r>
              <a:rPr b="0" lang="en-US" sz="4800">
                <a:solidFill>
                  <a:srgbClr val="0A0915"/>
                </a:solidFill>
                <a:latin typeface="Inter ExtraBold"/>
                <a:ea typeface="Inter ExtraBold"/>
                <a:cs typeface="Inter ExtraBold"/>
                <a:sym typeface="Inter ExtraBold"/>
              </a:rPr>
              <a:t>na regla de oro</a:t>
            </a:r>
            <a:endParaRPr b="0" sz="4800">
              <a:solidFill>
                <a:srgbClr val="0A0915"/>
              </a:solidFill>
              <a:latin typeface="Inter ExtraBold"/>
              <a:ea typeface="Inter ExtraBold"/>
              <a:cs typeface="Inter ExtraBold"/>
              <a:sym typeface="Inter ExtraBold"/>
            </a:endParaRPr>
          </a:p>
        </p:txBody>
      </p:sp>
      <p:grpSp>
        <p:nvGrpSpPr>
          <p:cNvPr id="95" name="Google Shape;95;p14"/>
          <p:cNvGrpSpPr/>
          <p:nvPr/>
        </p:nvGrpSpPr>
        <p:grpSpPr>
          <a:xfrm>
            <a:off x="12153900" y="2095500"/>
            <a:ext cx="4762500" cy="6191400"/>
            <a:chOff x="12153900" y="2095500"/>
            <a:chExt cx="4762500" cy="6191400"/>
          </a:xfrm>
        </p:grpSpPr>
        <p:sp>
          <p:nvSpPr>
            <p:cNvPr id="96" name="Google Shape;96;p14"/>
            <p:cNvSpPr/>
            <p:nvPr/>
          </p:nvSpPr>
          <p:spPr>
            <a:xfrm>
              <a:off x="12153900" y="2095500"/>
              <a:ext cx="4762500" cy="6191400"/>
            </a:xfrm>
            <a:prstGeom prst="roundRect">
              <a:avLst>
                <a:gd fmla="val 4800" name="adj"/>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4"/>
            <p:cNvSpPr txBox="1"/>
            <p:nvPr/>
          </p:nvSpPr>
          <p:spPr>
            <a:xfrm>
              <a:off x="12534900" y="2534920"/>
              <a:ext cx="4000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3700">
                  <a:solidFill>
                    <a:srgbClr val="FFFFFF"/>
                  </a:solidFill>
                  <a:latin typeface="Material Icons"/>
                  <a:ea typeface="Material Icons"/>
                  <a:cs typeface="Material Icons"/>
                  <a:sym typeface="Material Icons"/>
                </a:rPr>
                <a:t></a:t>
              </a:r>
              <a:endParaRPr sz="3700">
                <a:solidFill>
                  <a:srgbClr val="FFFFFF"/>
                </a:solidFill>
                <a:latin typeface="Material Icons"/>
                <a:ea typeface="Material Icons"/>
                <a:cs typeface="Material Icons"/>
                <a:sym typeface="Material Icons"/>
              </a:endParaRPr>
            </a:p>
          </p:txBody>
        </p:sp>
        <p:sp>
          <p:nvSpPr>
            <p:cNvPr id="98" name="Google Shape;98;p14"/>
            <p:cNvSpPr txBox="1"/>
            <p:nvPr/>
          </p:nvSpPr>
          <p:spPr>
            <a:xfrm>
              <a:off x="12534900" y="3238500"/>
              <a:ext cx="4000500" cy="495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FFFFFF"/>
                  </a:solidFill>
                  <a:latin typeface="Inter"/>
                  <a:ea typeface="Inter"/>
                  <a:cs typeface="Inter"/>
                  <a:sym typeface="Inter"/>
                </a:rPr>
                <a:t>Nivel 3</a:t>
              </a:r>
              <a:br>
                <a:rPr b="1" lang="en-US" sz="2800">
                  <a:solidFill>
                    <a:srgbClr val="FFFFFF"/>
                  </a:solidFill>
                  <a:latin typeface="Inter"/>
                  <a:ea typeface="Inter"/>
                  <a:cs typeface="Inter"/>
                  <a:sym typeface="Inter"/>
                </a:rPr>
              </a:br>
              <a:r>
                <a:rPr b="1" lang="en-US" sz="2800">
                  <a:solidFill>
                    <a:srgbClr val="FFFFFF"/>
                  </a:solidFill>
                  <a:latin typeface="Inter"/>
                  <a:ea typeface="Inter"/>
                  <a:cs typeface="Inter"/>
                  <a:sym typeface="Inter"/>
                </a:rPr>
                <a:t>Sovra</a:t>
              </a:r>
              <a:endParaRPr b="1" sz="2800">
                <a:solidFill>
                  <a:srgbClr val="FFFFFF"/>
                </a:solidFill>
                <a:latin typeface="Inter"/>
                <a:ea typeface="Inter"/>
                <a:cs typeface="Inter"/>
                <a:sym typeface="Inter"/>
              </a:endParaRPr>
            </a:p>
            <a:p>
              <a:pPr indent="0" lvl="0" marL="0" rtl="0" algn="l">
                <a:spcBef>
                  <a:spcPts val="1800"/>
                </a:spcBef>
                <a:spcAft>
                  <a:spcPts val="0"/>
                </a:spcAft>
                <a:buNone/>
              </a:pPr>
              <a:r>
                <a:rPr b="0" lang="en-US" sz="1600">
                  <a:solidFill>
                    <a:srgbClr val="E2E8F0"/>
                  </a:solidFill>
                  <a:latin typeface="Inter"/>
                  <a:ea typeface="Inter"/>
                  <a:cs typeface="Inter"/>
                  <a:sym typeface="Inter"/>
                </a:rPr>
                <a:t>Escalación final para temas críticos de arquitectura y plataforma.</a:t>
              </a:r>
              <a:endParaRPr b="0" sz="1600">
                <a:solidFill>
                  <a:srgbClr val="E2E8F0"/>
                </a:solidFill>
                <a:latin typeface="Inter"/>
                <a:ea typeface="Inter"/>
                <a:cs typeface="Inter"/>
                <a:sym typeface="Inter"/>
              </a:endParaRPr>
            </a:p>
            <a:p>
              <a:pPr indent="-317500" lvl="0" marL="457200" rtl="0" algn="l">
                <a:spcBef>
                  <a:spcPts val="1500"/>
                </a:spcBef>
                <a:spcAft>
                  <a:spcPts val="0"/>
                </a:spcAft>
                <a:buClr>
                  <a:srgbClr val="FFFFFF"/>
                </a:buClr>
                <a:buSzPts val="1400"/>
                <a:buFont typeface="Inter"/>
                <a:buChar char="●"/>
              </a:pPr>
              <a:r>
                <a:rPr lang="en-US" sz="1400">
                  <a:solidFill>
                    <a:srgbClr val="FFFFFF"/>
                  </a:solidFill>
                  <a:latin typeface="Inter"/>
                  <a:ea typeface="Inter"/>
                  <a:cs typeface="Inter"/>
                  <a:sym typeface="Inter"/>
                </a:rPr>
                <a:t>Bugs de plataforma core</a:t>
              </a:r>
              <a:endParaRPr sz="1400">
                <a:solidFill>
                  <a:srgbClr val="FFFFFF"/>
                </a:solidFill>
                <a:latin typeface="Inter"/>
                <a:ea typeface="Inter"/>
                <a:cs typeface="Inter"/>
                <a:sym typeface="Inter"/>
              </a:endParaRPr>
            </a:p>
            <a:p>
              <a:pPr indent="-317500" lvl="0" marL="457200" rtl="0" algn="l">
                <a:spcBef>
                  <a:spcPts val="900"/>
                </a:spcBef>
                <a:spcAft>
                  <a:spcPts val="0"/>
                </a:spcAft>
                <a:buClr>
                  <a:srgbClr val="FFFFFF"/>
                </a:buClr>
                <a:buSzPts val="1400"/>
                <a:buFont typeface="Inter"/>
                <a:buChar char="●"/>
              </a:pPr>
              <a:r>
                <a:rPr lang="en-US" sz="1400">
                  <a:solidFill>
                    <a:srgbClr val="FFFFFF"/>
                  </a:solidFill>
                  <a:latin typeface="Inter"/>
                  <a:ea typeface="Inter"/>
                  <a:cs typeface="Inter"/>
                  <a:sym typeface="Inter"/>
                </a:rPr>
                <a:t>Infraestructura crítica</a:t>
              </a:r>
              <a:endParaRPr sz="1400">
                <a:solidFill>
                  <a:srgbClr val="FFFFFF"/>
                </a:solidFill>
                <a:latin typeface="Inter"/>
                <a:ea typeface="Inter"/>
                <a:cs typeface="Inter"/>
                <a:sym typeface="Inter"/>
              </a:endParaRPr>
            </a:p>
            <a:p>
              <a:pPr indent="-317500" lvl="0" marL="457200" rtl="0" algn="l">
                <a:spcBef>
                  <a:spcPts val="900"/>
                </a:spcBef>
                <a:spcAft>
                  <a:spcPts val="0"/>
                </a:spcAft>
                <a:buClr>
                  <a:srgbClr val="FFFFFF"/>
                </a:buClr>
                <a:buSzPts val="1400"/>
                <a:buFont typeface="Inter"/>
                <a:buChar char="●"/>
              </a:pPr>
              <a:r>
                <a:rPr lang="en-US" sz="1400">
                  <a:solidFill>
                    <a:srgbClr val="FFFFFF"/>
                  </a:solidFill>
                  <a:latin typeface="Inter"/>
                  <a:ea typeface="Inter"/>
                  <a:cs typeface="Inter"/>
                  <a:sym typeface="Inter"/>
                </a:rPr>
                <a:t>Integraciones core</a:t>
              </a:r>
              <a:endParaRPr sz="1400">
                <a:solidFill>
                  <a:srgbClr val="FFFFFF"/>
                </a:solidFill>
                <a:latin typeface="Inter"/>
                <a:ea typeface="Inter"/>
                <a:cs typeface="Inter"/>
                <a:sym typeface="Inter"/>
              </a:endParaRPr>
            </a:p>
            <a:p>
              <a:pPr indent="-317500" lvl="0" marL="457200" rtl="0" algn="l">
                <a:spcBef>
                  <a:spcPts val="900"/>
                </a:spcBef>
                <a:spcAft>
                  <a:spcPts val="900"/>
                </a:spcAft>
                <a:buClr>
                  <a:srgbClr val="FFFFFF"/>
                </a:buClr>
                <a:buSzPts val="1400"/>
                <a:buFont typeface="Inter"/>
                <a:buChar char="●"/>
              </a:pPr>
              <a:r>
                <a:rPr lang="en-US" sz="1400">
                  <a:solidFill>
                    <a:srgbClr val="FFFFFF"/>
                  </a:solidFill>
                  <a:latin typeface="Inter"/>
                  <a:ea typeface="Inter"/>
                  <a:cs typeface="Inter"/>
                  <a:sym typeface="Inter"/>
                </a:rPr>
                <a:t>Incidentes de seguridad</a:t>
              </a:r>
              <a:endParaRPr sz="1400">
                <a:solidFill>
                  <a:srgbClr val="FFFFFF"/>
                </a:solidFill>
                <a:latin typeface="Inter"/>
                <a:ea typeface="Inter"/>
                <a:cs typeface="Inter"/>
                <a:sym typeface="Inter"/>
              </a:endParaRPr>
            </a:p>
          </p:txBody>
        </p:sp>
      </p:grpSp>
      <p:grpSp>
        <p:nvGrpSpPr>
          <p:cNvPr id="99" name="Google Shape;99;p14"/>
          <p:cNvGrpSpPr/>
          <p:nvPr/>
        </p:nvGrpSpPr>
        <p:grpSpPr>
          <a:xfrm>
            <a:off x="6762750" y="2095500"/>
            <a:ext cx="4762500" cy="6191400"/>
            <a:chOff x="6762750" y="2095500"/>
            <a:chExt cx="4762500" cy="6191400"/>
          </a:xfrm>
        </p:grpSpPr>
        <p:sp>
          <p:nvSpPr>
            <p:cNvPr id="100" name="Google Shape;100;p14"/>
            <p:cNvSpPr/>
            <p:nvPr/>
          </p:nvSpPr>
          <p:spPr>
            <a:xfrm>
              <a:off x="6762750" y="2095500"/>
              <a:ext cx="4762500" cy="6191400"/>
            </a:xfrm>
            <a:prstGeom prst="roundRect">
              <a:avLst>
                <a:gd fmla="val 4800" name="adj"/>
              </a:avLst>
            </a:prstGeom>
            <a:solidFill>
              <a:srgbClr val="FFFFFF"/>
            </a:solidFill>
            <a:ln cap="flat" cmpd="sng" w="19050">
              <a:solidFill>
                <a:srgbClr val="FED7AA"/>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4"/>
            <p:cNvSpPr txBox="1"/>
            <p:nvPr/>
          </p:nvSpPr>
          <p:spPr>
            <a:xfrm>
              <a:off x="7143750" y="2534920"/>
              <a:ext cx="4000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3700">
                  <a:solidFill>
                    <a:srgbClr val="F97316"/>
                  </a:solidFill>
                  <a:latin typeface="Material Icons"/>
                  <a:ea typeface="Material Icons"/>
                  <a:cs typeface="Material Icons"/>
                  <a:sym typeface="Material Icons"/>
                </a:rPr>
                <a:t></a:t>
              </a:r>
              <a:endParaRPr sz="3700">
                <a:solidFill>
                  <a:srgbClr val="F97316"/>
                </a:solidFill>
                <a:latin typeface="Material Icons"/>
                <a:ea typeface="Material Icons"/>
                <a:cs typeface="Material Icons"/>
                <a:sym typeface="Material Icons"/>
              </a:endParaRPr>
            </a:p>
          </p:txBody>
        </p:sp>
        <p:sp>
          <p:nvSpPr>
            <p:cNvPr id="102" name="Google Shape;102;p14"/>
            <p:cNvSpPr txBox="1"/>
            <p:nvPr/>
          </p:nvSpPr>
          <p:spPr>
            <a:xfrm>
              <a:off x="7143750" y="3238500"/>
              <a:ext cx="4000500" cy="495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A0915"/>
                  </a:solidFill>
                  <a:latin typeface="Inter"/>
                  <a:ea typeface="Inter"/>
                  <a:cs typeface="Inter"/>
                  <a:sym typeface="Inter"/>
                </a:rPr>
                <a:t>Nivel 2</a:t>
              </a:r>
              <a:br>
                <a:rPr b="1" lang="en-US" sz="2800">
                  <a:solidFill>
                    <a:srgbClr val="0A0915"/>
                  </a:solidFill>
                  <a:latin typeface="Inter"/>
                  <a:ea typeface="Inter"/>
                  <a:cs typeface="Inter"/>
                  <a:sym typeface="Inter"/>
                </a:rPr>
              </a:br>
              <a:r>
                <a:rPr b="1" lang="en-US" sz="2800">
                  <a:solidFill>
                    <a:srgbClr val="0A0915"/>
                  </a:solidFill>
                  <a:latin typeface="Inter"/>
                  <a:ea typeface="Inter"/>
                  <a:cs typeface="Inter"/>
                  <a:sym typeface="Inter"/>
                </a:rPr>
                <a:t>Partner (tú)</a:t>
              </a:r>
              <a:endParaRPr b="1" sz="2800">
                <a:solidFill>
                  <a:srgbClr val="0A0915"/>
                </a:solidFill>
                <a:latin typeface="Inter"/>
                <a:ea typeface="Inter"/>
                <a:cs typeface="Inter"/>
                <a:sym typeface="Inter"/>
              </a:endParaRPr>
            </a:p>
            <a:p>
              <a:pPr indent="0" lvl="0" marL="0" rtl="0" algn="l">
                <a:spcBef>
                  <a:spcPts val="1800"/>
                </a:spcBef>
                <a:spcAft>
                  <a:spcPts val="0"/>
                </a:spcAft>
                <a:buNone/>
              </a:pPr>
              <a:r>
                <a:rPr b="0" lang="en-US" sz="1600">
                  <a:solidFill>
                    <a:srgbClr val="64748B"/>
                  </a:solidFill>
                  <a:latin typeface="Inter"/>
                  <a:ea typeface="Inter"/>
                  <a:cs typeface="Inter"/>
                  <a:sym typeface="Inter"/>
                </a:rPr>
                <a:t>Punto de control y gestión técnica del despliegue.</a:t>
              </a:r>
              <a:endParaRPr b="0" sz="1600">
                <a:solidFill>
                  <a:srgbClr val="64748B"/>
                </a:solidFill>
                <a:latin typeface="Inter"/>
                <a:ea typeface="Inter"/>
                <a:cs typeface="Inter"/>
                <a:sym typeface="Inter"/>
              </a:endParaRPr>
            </a:p>
            <a:p>
              <a:pPr indent="-317500" lvl="0" marL="457200" rtl="0" algn="l">
                <a:spcBef>
                  <a:spcPts val="1500"/>
                </a:spcBef>
                <a:spcAft>
                  <a:spcPts val="0"/>
                </a:spcAft>
                <a:buClr>
                  <a:srgbClr val="0A0915"/>
                </a:buClr>
                <a:buSzPts val="1400"/>
                <a:buFont typeface="Inter"/>
                <a:buChar char="●"/>
              </a:pPr>
              <a:r>
                <a:rPr lang="en-US" sz="1400">
                  <a:solidFill>
                    <a:srgbClr val="0A0915"/>
                  </a:solidFill>
                  <a:latin typeface="Inter"/>
                  <a:ea typeface="Inter"/>
                  <a:cs typeface="Inter"/>
                  <a:sym typeface="Inter"/>
                </a:rPr>
                <a:t>Configuraciones avanzadas</a:t>
              </a:r>
              <a:endParaRPr sz="1400">
                <a:solidFill>
                  <a:srgbClr val="0A0915"/>
                </a:solidFill>
                <a:latin typeface="Inter"/>
                <a:ea typeface="Inter"/>
                <a:cs typeface="Inter"/>
                <a:sym typeface="Inter"/>
              </a:endParaRPr>
            </a:p>
            <a:p>
              <a:pPr indent="-317500" lvl="0" marL="457200" rtl="0" algn="l">
                <a:spcBef>
                  <a:spcPts val="900"/>
                </a:spcBef>
                <a:spcAft>
                  <a:spcPts val="0"/>
                </a:spcAft>
                <a:buClr>
                  <a:srgbClr val="0A0915"/>
                </a:buClr>
                <a:buSzPts val="1400"/>
                <a:buFont typeface="Inter"/>
                <a:buChar char="●"/>
              </a:pPr>
              <a:r>
                <a:rPr lang="en-US" sz="1400">
                  <a:solidFill>
                    <a:srgbClr val="0A0915"/>
                  </a:solidFill>
                  <a:latin typeface="Inter"/>
                  <a:ea typeface="Inter"/>
                  <a:cs typeface="Inter"/>
                  <a:sym typeface="Inter"/>
                </a:rPr>
                <a:t>Bugs no críticos</a:t>
              </a:r>
              <a:endParaRPr sz="1400">
                <a:solidFill>
                  <a:srgbClr val="0A0915"/>
                </a:solidFill>
                <a:latin typeface="Inter"/>
                <a:ea typeface="Inter"/>
                <a:cs typeface="Inter"/>
                <a:sym typeface="Inter"/>
              </a:endParaRPr>
            </a:p>
            <a:p>
              <a:pPr indent="-317500" lvl="0" marL="457200" rtl="0" algn="l">
                <a:spcBef>
                  <a:spcPts val="900"/>
                </a:spcBef>
                <a:spcAft>
                  <a:spcPts val="0"/>
                </a:spcAft>
                <a:buClr>
                  <a:srgbClr val="0A0915"/>
                </a:buClr>
                <a:buSzPts val="1400"/>
                <a:buFont typeface="Inter"/>
                <a:buChar char="●"/>
              </a:pPr>
              <a:r>
                <a:rPr lang="en-US" sz="1400">
                  <a:solidFill>
                    <a:srgbClr val="0A0915"/>
                  </a:solidFill>
                  <a:latin typeface="Inter"/>
                  <a:ea typeface="Inter"/>
                  <a:cs typeface="Inter"/>
                  <a:sym typeface="Inter"/>
                </a:rPr>
                <a:t>Capacitación adicional</a:t>
              </a:r>
              <a:endParaRPr sz="1400">
                <a:solidFill>
                  <a:srgbClr val="0A0915"/>
                </a:solidFill>
                <a:latin typeface="Inter"/>
                <a:ea typeface="Inter"/>
                <a:cs typeface="Inter"/>
                <a:sym typeface="Inter"/>
              </a:endParaRPr>
            </a:p>
            <a:p>
              <a:pPr indent="-317500" lvl="0" marL="457200" rtl="0" algn="l">
                <a:spcBef>
                  <a:spcPts val="900"/>
                </a:spcBef>
                <a:spcAft>
                  <a:spcPts val="900"/>
                </a:spcAft>
                <a:buClr>
                  <a:srgbClr val="0A0915"/>
                </a:buClr>
                <a:buSzPts val="1400"/>
                <a:buFont typeface="Inter"/>
                <a:buChar char="●"/>
              </a:pPr>
              <a:r>
                <a:rPr lang="en-US" sz="1400">
                  <a:solidFill>
                    <a:srgbClr val="0A0915"/>
                  </a:solidFill>
                  <a:latin typeface="Inter"/>
                  <a:ea typeface="Inter"/>
                  <a:cs typeface="Inter"/>
                  <a:sym typeface="Inter"/>
                </a:rPr>
                <a:t>Diagnóstico de integraciones</a:t>
              </a:r>
              <a:endParaRPr sz="1400">
                <a:solidFill>
                  <a:srgbClr val="0A0915"/>
                </a:solidFill>
                <a:latin typeface="Inter"/>
                <a:ea typeface="Inter"/>
                <a:cs typeface="Inter"/>
                <a:sym typeface="Inter"/>
              </a:endParaRPr>
            </a:p>
          </p:txBody>
        </p:sp>
      </p:grpSp>
      <p:grpSp>
        <p:nvGrpSpPr>
          <p:cNvPr id="103" name="Google Shape;103;p14"/>
          <p:cNvGrpSpPr/>
          <p:nvPr/>
        </p:nvGrpSpPr>
        <p:grpSpPr>
          <a:xfrm>
            <a:off x="1371600" y="2095500"/>
            <a:ext cx="5219813" cy="6191400"/>
            <a:chOff x="1371600" y="2095500"/>
            <a:chExt cx="5219813" cy="6191400"/>
          </a:xfrm>
        </p:grpSpPr>
        <p:sp>
          <p:nvSpPr>
            <p:cNvPr id="104" name="Google Shape;104;p14"/>
            <p:cNvSpPr/>
            <p:nvPr/>
          </p:nvSpPr>
          <p:spPr>
            <a:xfrm>
              <a:off x="1371600" y="2095500"/>
              <a:ext cx="4762500" cy="6191400"/>
            </a:xfrm>
            <a:prstGeom prst="roundRect">
              <a:avLst>
                <a:gd fmla="val 4800" name="adj"/>
              </a:avLst>
            </a:prstGeom>
            <a:solidFill>
              <a:srgbClr val="FFFFFF"/>
            </a:solidFill>
            <a:ln cap="flat" cmpd="sng" w="1905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4"/>
            <p:cNvSpPr txBox="1"/>
            <p:nvPr/>
          </p:nvSpPr>
          <p:spPr>
            <a:xfrm>
              <a:off x="1752600" y="2534920"/>
              <a:ext cx="40005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3700">
                  <a:solidFill>
                    <a:srgbClr val="3B82F6"/>
                  </a:solidFill>
                  <a:latin typeface="Material Icons"/>
                  <a:ea typeface="Material Icons"/>
                  <a:cs typeface="Material Icons"/>
                  <a:sym typeface="Material Icons"/>
                </a:rPr>
                <a:t></a:t>
              </a:r>
              <a:endParaRPr sz="3700">
                <a:solidFill>
                  <a:srgbClr val="3B82F6"/>
                </a:solidFill>
                <a:latin typeface="Material Icons"/>
                <a:ea typeface="Material Icons"/>
                <a:cs typeface="Material Icons"/>
                <a:sym typeface="Material Icons"/>
              </a:endParaRPr>
            </a:p>
          </p:txBody>
        </p:sp>
        <p:sp>
          <p:nvSpPr>
            <p:cNvPr id="106" name="Google Shape;106;p14"/>
            <p:cNvSpPr txBox="1"/>
            <p:nvPr/>
          </p:nvSpPr>
          <p:spPr>
            <a:xfrm>
              <a:off x="1752600" y="3238500"/>
              <a:ext cx="4000500" cy="495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800">
                  <a:solidFill>
                    <a:srgbClr val="0A0915"/>
                  </a:solidFill>
                  <a:latin typeface="Inter"/>
                  <a:ea typeface="Inter"/>
                  <a:cs typeface="Inter"/>
                  <a:sym typeface="Inter"/>
                </a:rPr>
                <a:t>Nivel 1</a:t>
              </a:r>
              <a:br>
                <a:rPr b="1" lang="en-US" sz="2800">
                  <a:solidFill>
                    <a:srgbClr val="0A0915"/>
                  </a:solidFill>
                  <a:latin typeface="Inter"/>
                  <a:ea typeface="Inter"/>
                  <a:cs typeface="Inter"/>
                  <a:sym typeface="Inter"/>
                </a:rPr>
              </a:br>
              <a:r>
                <a:rPr b="1" lang="en-US" sz="2800">
                  <a:solidFill>
                    <a:srgbClr val="0A0915"/>
                  </a:solidFill>
                  <a:latin typeface="Inter"/>
                  <a:ea typeface="Inter"/>
                  <a:cs typeface="Inter"/>
                  <a:sym typeface="Inter"/>
                </a:rPr>
                <a:t>Gobierno</a:t>
              </a:r>
              <a:endParaRPr b="1" sz="2800">
                <a:solidFill>
                  <a:srgbClr val="0A0915"/>
                </a:solidFill>
                <a:latin typeface="Inter"/>
                <a:ea typeface="Inter"/>
                <a:cs typeface="Inter"/>
                <a:sym typeface="Inter"/>
              </a:endParaRPr>
            </a:p>
            <a:p>
              <a:pPr indent="0" lvl="0" marL="0" rtl="0" algn="l">
                <a:spcBef>
                  <a:spcPts val="1800"/>
                </a:spcBef>
                <a:spcAft>
                  <a:spcPts val="0"/>
                </a:spcAft>
                <a:buNone/>
              </a:pPr>
              <a:r>
                <a:rPr b="0" lang="en-US" sz="1600">
                  <a:solidFill>
                    <a:srgbClr val="64748B"/>
                  </a:solidFill>
                  <a:latin typeface="Inter"/>
                  <a:ea typeface="Inter"/>
                  <a:cs typeface="Inter"/>
                  <a:sym typeface="Inter"/>
                </a:rPr>
                <a:t>Primera línea de contacto con usuarios finales.</a:t>
              </a:r>
              <a:endParaRPr b="0" sz="1600">
                <a:solidFill>
                  <a:srgbClr val="64748B"/>
                </a:solidFill>
                <a:latin typeface="Inter"/>
                <a:ea typeface="Inter"/>
                <a:cs typeface="Inter"/>
                <a:sym typeface="Inter"/>
              </a:endParaRPr>
            </a:p>
            <a:p>
              <a:pPr indent="-317500" lvl="0" marL="457200" rtl="0" algn="l">
                <a:spcBef>
                  <a:spcPts val="1500"/>
                </a:spcBef>
                <a:spcAft>
                  <a:spcPts val="0"/>
                </a:spcAft>
                <a:buClr>
                  <a:srgbClr val="0A0915"/>
                </a:buClr>
                <a:buSzPts val="1400"/>
                <a:buFont typeface="Inter"/>
                <a:buChar char="●"/>
              </a:pPr>
              <a:r>
                <a:rPr lang="en-US" sz="1400">
                  <a:solidFill>
                    <a:srgbClr val="0A0915"/>
                  </a:solidFill>
                  <a:latin typeface="Inter"/>
                  <a:ea typeface="Inter"/>
                  <a:cs typeface="Inter"/>
                  <a:sym typeface="Inter"/>
                </a:rPr>
                <a:t>Resolución de dudas core</a:t>
              </a:r>
              <a:endParaRPr sz="1400">
                <a:solidFill>
                  <a:srgbClr val="0A0915"/>
                </a:solidFill>
                <a:latin typeface="Inter"/>
                <a:ea typeface="Inter"/>
                <a:cs typeface="Inter"/>
                <a:sym typeface="Inter"/>
              </a:endParaRPr>
            </a:p>
            <a:p>
              <a:pPr indent="-317500" lvl="0" marL="457200" rtl="0" algn="l">
                <a:spcBef>
                  <a:spcPts val="900"/>
                </a:spcBef>
                <a:spcAft>
                  <a:spcPts val="0"/>
                </a:spcAft>
                <a:buClr>
                  <a:srgbClr val="0A0915"/>
                </a:buClr>
                <a:buSzPts val="1400"/>
                <a:buFont typeface="Inter"/>
                <a:buChar char="●"/>
              </a:pPr>
              <a:r>
                <a:rPr lang="en-US" sz="1400">
                  <a:solidFill>
                    <a:srgbClr val="0A0915"/>
                  </a:solidFill>
                  <a:latin typeface="Inter"/>
                  <a:ea typeface="Inter"/>
                  <a:cs typeface="Inter"/>
                  <a:sym typeface="Inter"/>
                </a:rPr>
                <a:t>Soporte a ciudadanos</a:t>
              </a:r>
              <a:endParaRPr sz="1400">
                <a:solidFill>
                  <a:srgbClr val="0A0915"/>
                </a:solidFill>
                <a:latin typeface="Inter"/>
                <a:ea typeface="Inter"/>
                <a:cs typeface="Inter"/>
                <a:sym typeface="Inter"/>
              </a:endParaRPr>
            </a:p>
            <a:p>
              <a:pPr indent="-317500" lvl="0" marL="457200" rtl="0" algn="l">
                <a:spcBef>
                  <a:spcPts val="900"/>
                </a:spcBef>
                <a:spcAft>
                  <a:spcPts val="0"/>
                </a:spcAft>
                <a:buClr>
                  <a:srgbClr val="0A0915"/>
                </a:buClr>
                <a:buSzPts val="1400"/>
                <a:buFont typeface="Inter"/>
                <a:buChar char="●"/>
              </a:pPr>
              <a:r>
                <a:rPr lang="en-US" sz="1400">
                  <a:solidFill>
                    <a:srgbClr val="0A0915"/>
                  </a:solidFill>
                  <a:latin typeface="Inter"/>
                  <a:ea typeface="Inter"/>
                  <a:cs typeface="Inter"/>
                  <a:sym typeface="Inter"/>
                </a:rPr>
                <a:t>Operación diaria</a:t>
              </a:r>
              <a:endParaRPr sz="1400">
                <a:solidFill>
                  <a:srgbClr val="0A0915"/>
                </a:solidFill>
                <a:latin typeface="Inter"/>
                <a:ea typeface="Inter"/>
                <a:cs typeface="Inter"/>
                <a:sym typeface="Inter"/>
              </a:endParaRPr>
            </a:p>
            <a:p>
              <a:pPr indent="-317500" lvl="0" marL="457200" rtl="0" algn="l">
                <a:spcBef>
                  <a:spcPts val="900"/>
                </a:spcBef>
                <a:spcAft>
                  <a:spcPts val="900"/>
                </a:spcAft>
                <a:buClr>
                  <a:srgbClr val="0A0915"/>
                </a:buClr>
                <a:buSzPts val="1400"/>
                <a:buFont typeface="Inter"/>
                <a:buChar char="●"/>
              </a:pPr>
              <a:r>
                <a:rPr lang="en-US" sz="1400">
                  <a:solidFill>
                    <a:srgbClr val="0A0915"/>
                  </a:solidFill>
                  <a:latin typeface="Inter"/>
                  <a:ea typeface="Inter"/>
                  <a:cs typeface="Inter"/>
                  <a:sym typeface="Inter"/>
                </a:rPr>
                <a:t>Mínimo 2 personas capacitadas</a:t>
              </a:r>
              <a:endParaRPr sz="1400">
                <a:solidFill>
                  <a:srgbClr val="0A0915"/>
                </a:solidFill>
                <a:latin typeface="Inter"/>
                <a:ea typeface="Inter"/>
                <a:cs typeface="Inter"/>
                <a:sym typeface="Inter"/>
              </a:endParaRPr>
            </a:p>
          </p:txBody>
        </p:sp>
        <p:pic>
          <p:nvPicPr>
            <p:cNvPr id="107" name="Google Shape;107;p14"/>
            <p:cNvPicPr preferRelativeResize="0"/>
            <p:nvPr/>
          </p:nvPicPr>
          <p:blipFill rotWithShape="1">
            <a:blip r:embed="rId4">
              <a:alphaModFix/>
            </a:blip>
            <a:srcRect b="0" l="0" r="0" t="0"/>
            <a:stretch/>
          </p:blipFill>
          <p:spPr>
            <a:xfrm>
              <a:off x="6500813" y="5081588"/>
              <a:ext cx="90600" cy="61800"/>
            </a:xfrm>
            <a:prstGeom prst="rect">
              <a:avLst/>
            </a:prstGeom>
            <a:noFill/>
            <a:ln>
              <a:noFill/>
            </a:ln>
          </p:spPr>
        </p:pic>
      </p:grpSp>
      <p:grpSp>
        <p:nvGrpSpPr>
          <p:cNvPr id="108" name="Google Shape;108;p14"/>
          <p:cNvGrpSpPr/>
          <p:nvPr/>
        </p:nvGrpSpPr>
        <p:grpSpPr>
          <a:xfrm>
            <a:off x="1371600" y="8763000"/>
            <a:ext cx="15544800" cy="762000"/>
            <a:chOff x="1371600" y="8763000"/>
            <a:chExt cx="15544800" cy="762000"/>
          </a:xfrm>
        </p:grpSpPr>
        <p:sp>
          <p:nvSpPr>
            <p:cNvPr id="109" name="Google Shape;109;p14"/>
            <p:cNvSpPr/>
            <p:nvPr/>
          </p:nvSpPr>
          <p:spPr>
            <a:xfrm>
              <a:off x="1371600" y="8763000"/>
              <a:ext cx="15544800" cy="762000"/>
            </a:xfrm>
            <a:prstGeom prst="roundRect">
              <a:avLst>
                <a:gd fmla="val 15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4"/>
            <p:cNvSpPr txBox="1"/>
            <p:nvPr/>
          </p:nvSpPr>
          <p:spPr>
            <a:xfrm>
              <a:off x="1371600" y="8763000"/>
              <a:ext cx="15544800" cy="762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US" sz="1800">
                  <a:solidFill>
                    <a:srgbClr val="475569"/>
                  </a:solidFill>
                  <a:latin typeface="Inter Medium"/>
                  <a:ea typeface="Inter Medium"/>
                  <a:cs typeface="Inter Medium"/>
                  <a:sym typeface="Inter Medium"/>
                </a:rPr>
                <a:t>El flujo de comunicación es siempre ascendente: N1 → N2 → N3. No se saltan niveles.</a:t>
              </a:r>
              <a:endParaRPr b="0" sz="1800">
                <a:solidFill>
                  <a:srgbClr val="475569"/>
                </a:solidFill>
                <a:latin typeface="Inter Medium"/>
                <a:ea typeface="Inter Medium"/>
                <a:cs typeface="Inter Medium"/>
                <a:sym typeface="Inter Medium"/>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5" name="Shape 115"/>
        <p:cNvGrpSpPr/>
        <p:nvPr/>
      </p:nvGrpSpPr>
      <p:grpSpPr>
        <a:xfrm>
          <a:off x="0" y="0"/>
          <a:ext cx="0" cy="0"/>
          <a:chOff x="0" y="0"/>
          <a:chExt cx="0" cy="0"/>
        </a:xfrm>
      </p:grpSpPr>
      <p:sp>
        <p:nvSpPr>
          <p:cNvPr id="116" name="Google Shape;116;p15"/>
          <p:cNvSpPr/>
          <p:nvPr/>
        </p:nvSpPr>
        <p:spPr>
          <a:xfrm>
            <a:off x="0" y="0"/>
            <a:ext cx="18288000" cy="228600"/>
          </a:xfrm>
          <a:prstGeom prst="rect">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15"/>
          <p:cNvSpPr txBox="1"/>
          <p:nvPr/>
        </p:nvSpPr>
        <p:spPr>
          <a:xfrm>
            <a:off x="1371600" y="762000"/>
            <a:ext cx="15544800" cy="6465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ctr">
              <a:spcBef>
                <a:spcPts val="0"/>
              </a:spcBef>
              <a:spcAft>
                <a:spcPts val="0"/>
              </a:spcAft>
              <a:buNone/>
            </a:pPr>
            <a:r>
              <a:rPr b="0" lang="en-US" sz="4200">
                <a:solidFill>
                  <a:srgbClr val="0A0915"/>
                </a:solidFill>
                <a:latin typeface="Inter ExtraBold"/>
                <a:ea typeface="Inter ExtraBold"/>
                <a:cs typeface="Inter ExtraBold"/>
                <a:sym typeface="Inter ExtraBold"/>
              </a:rPr>
              <a:t>SLAs por nivel</a:t>
            </a:r>
            <a:endParaRPr b="0" sz="4200">
              <a:solidFill>
                <a:srgbClr val="0A0915"/>
              </a:solidFill>
              <a:latin typeface="Inter ExtraBold"/>
              <a:ea typeface="Inter ExtraBold"/>
              <a:cs typeface="Inter ExtraBold"/>
              <a:sym typeface="Inter ExtraBold"/>
            </a:endParaRPr>
          </a:p>
        </p:txBody>
      </p:sp>
      <p:grpSp>
        <p:nvGrpSpPr>
          <p:cNvPr id="118" name="Google Shape;118;p15"/>
          <p:cNvGrpSpPr/>
          <p:nvPr/>
        </p:nvGrpSpPr>
        <p:grpSpPr>
          <a:xfrm>
            <a:off x="2190750" y="2095500"/>
            <a:ext cx="13906500" cy="4286400"/>
            <a:chOff x="2190750" y="2095500"/>
            <a:chExt cx="13906500" cy="4286400"/>
          </a:xfrm>
        </p:grpSpPr>
        <p:sp>
          <p:nvSpPr>
            <p:cNvPr id="119" name="Google Shape;119;p15"/>
            <p:cNvSpPr/>
            <p:nvPr/>
          </p:nvSpPr>
          <p:spPr>
            <a:xfrm>
              <a:off x="2190750" y="2095500"/>
              <a:ext cx="6667500" cy="4286400"/>
            </a:xfrm>
            <a:prstGeom prst="roundRect">
              <a:avLst>
                <a:gd fmla="val 5333" name="adj"/>
              </a:avLst>
            </a:prstGeom>
            <a:solidFill>
              <a:srgbClr val="FFFFFF"/>
            </a:solidFill>
            <a:ln cap="flat" cmpd="sng" w="19050">
              <a:solidFill>
                <a:srgbClr val="F1F5F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0" name="Google Shape;120;p15"/>
            <p:cNvSpPr txBox="1"/>
            <p:nvPr/>
          </p:nvSpPr>
          <p:spPr>
            <a:xfrm>
              <a:off x="2667000" y="2476500"/>
              <a:ext cx="5715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0A0915"/>
                  </a:solidFill>
                  <a:latin typeface="Inter"/>
                  <a:ea typeface="Inter"/>
                  <a:cs typeface="Inter"/>
                  <a:sym typeface="Inter"/>
                </a:rPr>
                <a:t>Nivel 2: Partner</a:t>
              </a:r>
              <a:endParaRPr b="1" sz="2800">
                <a:solidFill>
                  <a:srgbClr val="0A0915"/>
                </a:solidFill>
                <a:latin typeface="Inter"/>
                <a:ea typeface="Inter"/>
                <a:cs typeface="Inter"/>
                <a:sym typeface="Inter"/>
              </a:endParaRPr>
            </a:p>
          </p:txBody>
        </p:sp>
        <p:sp>
          <p:nvSpPr>
            <p:cNvPr id="121" name="Google Shape;121;p15"/>
            <p:cNvSpPr txBox="1"/>
            <p:nvPr/>
          </p:nvSpPr>
          <p:spPr>
            <a:xfrm>
              <a:off x="2667000" y="3143250"/>
              <a:ext cx="5715000" cy="2857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0077CC"/>
                  </a:solidFill>
                  <a:latin typeface="Inter"/>
                  <a:ea typeface="Inter"/>
                  <a:cs typeface="Inter"/>
                  <a:sym typeface="Inter"/>
                </a:rPr>
                <a:t>Crítica:</a:t>
              </a:r>
              <a:r>
                <a:rPr lang="en-US" sz="1800">
                  <a:solidFill>
                    <a:srgbClr val="475569"/>
                  </a:solidFill>
                  <a:latin typeface="Inter"/>
                  <a:ea typeface="Inter"/>
                  <a:cs typeface="Inter"/>
                  <a:sym typeface="Inter"/>
                </a:rPr>
                <a:t> 1h</a:t>
              </a:r>
              <a:endParaRPr sz="1800">
                <a:solidFill>
                  <a:srgbClr val="475569"/>
                </a:solidFill>
                <a:latin typeface="Inter"/>
                <a:ea typeface="Inter"/>
                <a:cs typeface="Inter"/>
                <a:sym typeface="Inter"/>
              </a:endParaRPr>
            </a:p>
            <a:p>
              <a:pPr indent="0" lvl="0" marL="0" rtl="0" algn="l">
                <a:spcBef>
                  <a:spcPts val="1500"/>
                </a:spcBef>
                <a:spcAft>
                  <a:spcPts val="0"/>
                </a:spcAft>
                <a:buNone/>
              </a:pPr>
              <a:r>
                <a:rPr b="1" lang="en-US" sz="1800">
                  <a:solidFill>
                    <a:srgbClr val="F97316"/>
                  </a:solidFill>
                  <a:latin typeface="Inter"/>
                  <a:ea typeface="Inter"/>
                  <a:cs typeface="Inter"/>
                  <a:sym typeface="Inter"/>
                </a:rPr>
                <a:t>Alta:</a:t>
              </a:r>
              <a:r>
                <a:rPr lang="en-US" sz="1800">
                  <a:solidFill>
                    <a:srgbClr val="475569"/>
                  </a:solidFill>
                  <a:latin typeface="Inter"/>
                  <a:ea typeface="Inter"/>
                  <a:cs typeface="Inter"/>
                  <a:sym typeface="Inter"/>
                </a:rPr>
                <a:t> 4h</a:t>
              </a:r>
              <a:endParaRPr sz="1800">
                <a:solidFill>
                  <a:srgbClr val="475569"/>
                </a:solidFill>
                <a:latin typeface="Inter"/>
                <a:ea typeface="Inter"/>
                <a:cs typeface="Inter"/>
                <a:sym typeface="Inter"/>
              </a:endParaRPr>
            </a:p>
            <a:p>
              <a:pPr indent="0" lvl="0" marL="0" rtl="0" algn="l">
                <a:spcBef>
                  <a:spcPts val="1500"/>
                </a:spcBef>
                <a:spcAft>
                  <a:spcPts val="0"/>
                </a:spcAft>
                <a:buNone/>
              </a:pPr>
              <a:r>
                <a:rPr b="1" lang="en-US" sz="1800">
                  <a:solidFill>
                    <a:srgbClr val="64748B"/>
                  </a:solidFill>
                  <a:latin typeface="Inter"/>
                  <a:ea typeface="Inter"/>
                  <a:cs typeface="Inter"/>
                  <a:sym typeface="Inter"/>
                </a:rPr>
                <a:t>Media:</a:t>
              </a:r>
              <a:r>
                <a:rPr lang="en-US" sz="1800">
                  <a:solidFill>
                    <a:srgbClr val="475569"/>
                  </a:solidFill>
                  <a:latin typeface="Inter"/>
                  <a:ea typeface="Inter"/>
                  <a:cs typeface="Inter"/>
                  <a:sym typeface="Inter"/>
                </a:rPr>
                <a:t> 8h</a:t>
              </a:r>
              <a:endParaRPr sz="1800">
                <a:solidFill>
                  <a:srgbClr val="475569"/>
                </a:solidFill>
                <a:latin typeface="Inter"/>
                <a:ea typeface="Inter"/>
                <a:cs typeface="Inter"/>
                <a:sym typeface="Inter"/>
              </a:endParaRPr>
            </a:p>
            <a:p>
              <a:pPr indent="0" lvl="0" marL="0" rtl="0" algn="l">
                <a:spcBef>
                  <a:spcPts val="1500"/>
                </a:spcBef>
                <a:spcAft>
                  <a:spcPts val="0"/>
                </a:spcAft>
                <a:buNone/>
              </a:pPr>
              <a:r>
                <a:rPr b="1" lang="en-US" sz="1800">
                  <a:solidFill>
                    <a:srgbClr val="94A3B8"/>
                  </a:solidFill>
                  <a:latin typeface="Inter"/>
                  <a:ea typeface="Inter"/>
                  <a:cs typeface="Inter"/>
                  <a:sym typeface="Inter"/>
                </a:rPr>
                <a:t>Baja:</a:t>
              </a:r>
              <a:r>
                <a:rPr lang="en-US" sz="1800">
                  <a:solidFill>
                    <a:srgbClr val="475569"/>
                  </a:solidFill>
                  <a:latin typeface="Inter"/>
                  <a:ea typeface="Inter"/>
                  <a:cs typeface="Inter"/>
                  <a:sym typeface="Inter"/>
                </a:rPr>
                <a:t> 24h</a:t>
              </a:r>
              <a:endParaRPr sz="1800">
                <a:solidFill>
                  <a:srgbClr val="475569"/>
                </a:solidFill>
                <a:latin typeface="Inter"/>
                <a:ea typeface="Inter"/>
                <a:cs typeface="Inter"/>
                <a:sym typeface="Inter"/>
              </a:endParaRPr>
            </a:p>
          </p:txBody>
        </p:sp>
        <p:sp>
          <p:nvSpPr>
            <p:cNvPr id="122" name="Google Shape;122;p15"/>
            <p:cNvSpPr/>
            <p:nvPr/>
          </p:nvSpPr>
          <p:spPr>
            <a:xfrm>
              <a:off x="9429750" y="2095500"/>
              <a:ext cx="6667500" cy="4286400"/>
            </a:xfrm>
            <a:prstGeom prst="roundRect">
              <a:avLst>
                <a:gd fmla="val 5333" name="adj"/>
              </a:avLst>
            </a:prstGeom>
            <a:solidFill>
              <a:srgbClr val="0077C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5"/>
            <p:cNvSpPr txBox="1"/>
            <p:nvPr/>
          </p:nvSpPr>
          <p:spPr>
            <a:xfrm>
              <a:off x="9906000" y="2476500"/>
              <a:ext cx="5715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2800">
                  <a:solidFill>
                    <a:srgbClr val="FFFFFF"/>
                  </a:solidFill>
                  <a:latin typeface="Inter"/>
                  <a:ea typeface="Inter"/>
                  <a:cs typeface="Inter"/>
                  <a:sym typeface="Inter"/>
                </a:rPr>
                <a:t>Nivel 3: Sovra</a:t>
              </a:r>
              <a:endParaRPr b="1" sz="2800">
                <a:solidFill>
                  <a:srgbClr val="FFFFFF"/>
                </a:solidFill>
                <a:latin typeface="Inter"/>
                <a:ea typeface="Inter"/>
                <a:cs typeface="Inter"/>
                <a:sym typeface="Inter"/>
              </a:endParaRPr>
            </a:p>
          </p:txBody>
        </p:sp>
        <p:sp>
          <p:nvSpPr>
            <p:cNvPr id="124" name="Google Shape;124;p15"/>
            <p:cNvSpPr txBox="1"/>
            <p:nvPr/>
          </p:nvSpPr>
          <p:spPr>
            <a:xfrm>
              <a:off x="9906000" y="3143250"/>
              <a:ext cx="5715000" cy="28575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800">
                  <a:solidFill>
                    <a:srgbClr val="FFFFFF"/>
                  </a:solidFill>
                  <a:latin typeface="Inter"/>
                  <a:ea typeface="Inter"/>
                  <a:cs typeface="Inter"/>
                  <a:sym typeface="Inter"/>
                </a:rPr>
                <a:t>Crítica:</a:t>
              </a:r>
              <a:r>
                <a:rPr lang="en-US" sz="1800">
                  <a:solidFill>
                    <a:srgbClr val="E2E8F0"/>
                  </a:solidFill>
                  <a:latin typeface="Inter"/>
                  <a:ea typeface="Inter"/>
                  <a:cs typeface="Inter"/>
                  <a:sym typeface="Inter"/>
                </a:rPr>
                <a:t> 30min</a:t>
              </a:r>
              <a:endParaRPr sz="1800">
                <a:solidFill>
                  <a:srgbClr val="E2E8F0"/>
                </a:solidFill>
                <a:latin typeface="Inter"/>
                <a:ea typeface="Inter"/>
                <a:cs typeface="Inter"/>
                <a:sym typeface="Inter"/>
              </a:endParaRPr>
            </a:p>
            <a:p>
              <a:pPr indent="0" lvl="0" marL="0" rtl="0" algn="l">
                <a:spcBef>
                  <a:spcPts val="1500"/>
                </a:spcBef>
                <a:spcAft>
                  <a:spcPts val="0"/>
                </a:spcAft>
                <a:buNone/>
              </a:pPr>
              <a:r>
                <a:rPr b="1" lang="en-US" sz="1800">
                  <a:solidFill>
                    <a:srgbClr val="FFFFFF"/>
                  </a:solidFill>
                  <a:latin typeface="Inter"/>
                  <a:ea typeface="Inter"/>
                  <a:cs typeface="Inter"/>
                  <a:sym typeface="Inter"/>
                </a:rPr>
                <a:t>Alta:</a:t>
              </a:r>
              <a:r>
                <a:rPr lang="en-US" sz="1800">
                  <a:solidFill>
                    <a:srgbClr val="E2E8F0"/>
                  </a:solidFill>
                  <a:latin typeface="Inter"/>
                  <a:ea typeface="Inter"/>
                  <a:cs typeface="Inter"/>
                  <a:sym typeface="Inter"/>
                </a:rPr>
                <a:t> 2h</a:t>
              </a:r>
              <a:endParaRPr sz="1800">
                <a:solidFill>
                  <a:srgbClr val="E2E8F0"/>
                </a:solidFill>
                <a:latin typeface="Inter"/>
                <a:ea typeface="Inter"/>
                <a:cs typeface="Inter"/>
                <a:sym typeface="Inter"/>
              </a:endParaRPr>
            </a:p>
            <a:p>
              <a:pPr indent="0" lvl="0" marL="0" rtl="0" algn="l">
                <a:spcBef>
                  <a:spcPts val="1500"/>
                </a:spcBef>
                <a:spcAft>
                  <a:spcPts val="0"/>
                </a:spcAft>
                <a:buNone/>
              </a:pPr>
              <a:r>
                <a:rPr b="1" lang="en-US" sz="1800">
                  <a:solidFill>
                    <a:srgbClr val="FFFFFF"/>
                  </a:solidFill>
                  <a:latin typeface="Inter"/>
                  <a:ea typeface="Inter"/>
                  <a:cs typeface="Inter"/>
                  <a:sym typeface="Inter"/>
                </a:rPr>
                <a:t>Media:</a:t>
              </a:r>
              <a:r>
                <a:rPr lang="en-US" sz="1800">
                  <a:solidFill>
                    <a:srgbClr val="E2E8F0"/>
                  </a:solidFill>
                  <a:latin typeface="Inter"/>
                  <a:ea typeface="Inter"/>
                  <a:cs typeface="Inter"/>
                  <a:sym typeface="Inter"/>
                </a:rPr>
                <a:t> 8h</a:t>
              </a:r>
              <a:endParaRPr sz="1800">
                <a:solidFill>
                  <a:srgbClr val="E2E8F0"/>
                </a:solidFill>
                <a:latin typeface="Inter"/>
                <a:ea typeface="Inter"/>
                <a:cs typeface="Inter"/>
                <a:sym typeface="Inter"/>
              </a:endParaRPr>
            </a:p>
            <a:p>
              <a:pPr indent="0" lvl="0" marL="0" rtl="0" algn="l">
                <a:spcBef>
                  <a:spcPts val="1500"/>
                </a:spcBef>
                <a:spcAft>
                  <a:spcPts val="0"/>
                </a:spcAft>
                <a:buNone/>
              </a:pPr>
              <a:r>
                <a:rPr b="1" lang="en-US" sz="1800">
                  <a:solidFill>
                    <a:srgbClr val="FFFFFF"/>
                  </a:solidFill>
                  <a:latin typeface="Inter"/>
                  <a:ea typeface="Inter"/>
                  <a:cs typeface="Inter"/>
                  <a:sym typeface="Inter"/>
                </a:rPr>
                <a:t>Baja:</a:t>
              </a:r>
              <a:r>
                <a:rPr lang="en-US" sz="1800">
                  <a:solidFill>
                    <a:srgbClr val="E2E8F0"/>
                  </a:solidFill>
                  <a:latin typeface="Inter"/>
                  <a:ea typeface="Inter"/>
                  <a:cs typeface="Inter"/>
                  <a:sym typeface="Inter"/>
                </a:rPr>
                <a:t> 24h</a:t>
              </a:r>
              <a:endParaRPr sz="1800">
                <a:solidFill>
                  <a:srgbClr val="E2E8F0"/>
                </a:solidFill>
                <a:latin typeface="Inter"/>
                <a:ea typeface="Inter"/>
                <a:cs typeface="Inter"/>
                <a:sym typeface="Inter"/>
              </a:endParaRPr>
            </a:p>
          </p:txBody>
        </p:sp>
      </p:grpSp>
      <p:grpSp>
        <p:nvGrpSpPr>
          <p:cNvPr id="125" name="Google Shape;125;p15"/>
          <p:cNvGrpSpPr/>
          <p:nvPr/>
        </p:nvGrpSpPr>
        <p:grpSpPr>
          <a:xfrm>
            <a:off x="1371600" y="6858000"/>
            <a:ext cx="15544800" cy="952500"/>
            <a:chOff x="1371600" y="6858000"/>
            <a:chExt cx="15544800" cy="952500"/>
          </a:xfrm>
        </p:grpSpPr>
        <p:sp>
          <p:nvSpPr>
            <p:cNvPr id="126" name="Google Shape;126;p15"/>
            <p:cNvSpPr/>
            <p:nvPr/>
          </p:nvSpPr>
          <p:spPr>
            <a:xfrm>
              <a:off x="1371600" y="6858000"/>
              <a:ext cx="15544800" cy="952500"/>
            </a:xfrm>
            <a:prstGeom prst="roundRect">
              <a:avLst>
                <a:gd fmla="val 16000" name="adj"/>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7" name="Google Shape;127;p15"/>
            <p:cNvSpPr txBox="1"/>
            <p:nvPr/>
          </p:nvSpPr>
          <p:spPr>
            <a:xfrm>
              <a:off x="2000250" y="6858000"/>
              <a:ext cx="14287500" cy="952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ctr">
                <a:spcBef>
                  <a:spcPts val="0"/>
                </a:spcBef>
                <a:spcAft>
                  <a:spcPts val="0"/>
                </a:spcAft>
                <a:buNone/>
              </a:pPr>
              <a:r>
                <a:rPr b="0" lang="en-US" sz="2000">
                  <a:solidFill>
                    <a:srgbClr val="475569"/>
                  </a:solidFill>
                  <a:latin typeface="Inter Medium"/>
                  <a:ea typeface="Inter Medium"/>
                  <a:cs typeface="Inter Medium"/>
                  <a:sym typeface="Inter Medium"/>
                </a:rPr>
                <a:t>Horario laboral. </a:t>
              </a:r>
              <a:r>
                <a:rPr b="1" lang="en-US" sz="2000">
                  <a:solidFill>
                    <a:srgbClr val="0A0915"/>
                  </a:solidFill>
                  <a:latin typeface="Inter"/>
                  <a:ea typeface="Inter"/>
                  <a:cs typeface="Inter"/>
                  <a:sym typeface="Inter"/>
                </a:rPr>
                <a:t>Atención:</a:t>
              </a:r>
              <a:r>
                <a:rPr b="0" lang="en-US" sz="2000">
                  <a:solidFill>
                    <a:srgbClr val="475569"/>
                  </a:solidFill>
                  <a:latin typeface="Inter Medium"/>
                  <a:ea typeface="Inter Medium"/>
                  <a:cs typeface="Inter Medium"/>
                  <a:sym typeface="Inter Medium"/>
                </a:rPr>
                <a:t> La categoría "Crítica" está reservada exclusivamente para bloqueos reales.</a:t>
              </a:r>
              <a:endParaRPr b="0" sz="2000">
                <a:solidFill>
                  <a:srgbClr val="475569"/>
                </a:solidFill>
                <a:latin typeface="Inter Medium"/>
                <a:ea typeface="Inter Medium"/>
                <a:cs typeface="Inter Medium"/>
                <a:sym typeface="Inter Medium"/>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6"/>
          <p:cNvSpPr txBox="1"/>
          <p:nvPr/>
        </p:nvSpPr>
        <p:spPr>
          <a:xfrm>
            <a:off x="7772400" y="1371600"/>
            <a:ext cx="2743200" cy="27432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1" i="0" lang="en-US" sz="18000" u="none" cap="none" strike="noStrike">
                <a:solidFill>
                  <a:srgbClr val="0077CC"/>
                </a:solidFill>
                <a:latin typeface="Inter"/>
                <a:ea typeface="Inter"/>
                <a:cs typeface="Inter"/>
                <a:sym typeface="Inter"/>
              </a:rPr>
              <a:t>“</a:t>
            </a:r>
            <a:endParaRPr/>
          </a:p>
        </p:txBody>
      </p:sp>
      <p:sp>
        <p:nvSpPr>
          <p:cNvPr id="134" name="Google Shape;134;p16"/>
          <p:cNvSpPr txBox="1"/>
          <p:nvPr/>
        </p:nvSpPr>
        <p:spPr>
          <a:xfrm>
            <a:off x="1371600" y="4114800"/>
            <a:ext cx="15544800" cy="3657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4400" u="none" cap="none" strike="noStrike">
                <a:solidFill>
                  <a:srgbClr val="0A0915"/>
                </a:solidFill>
                <a:latin typeface="Inter"/>
                <a:ea typeface="Inter"/>
                <a:cs typeface="Inter"/>
                <a:sym typeface="Inter"/>
              </a:rPr>
              <a:t>El gobierno siempre habla con el partner.</a:t>
            </a:r>
            <a:endParaRPr/>
          </a:p>
          <a:p>
            <a:pPr indent="0" lvl="0" marL="0" marR="0" rtl="0" algn="ctr">
              <a:lnSpc>
                <a:spcPct val="130000"/>
              </a:lnSpc>
              <a:spcBef>
                <a:spcPts val="0"/>
              </a:spcBef>
              <a:spcAft>
                <a:spcPts val="0"/>
              </a:spcAft>
              <a:buNone/>
            </a:pPr>
            <a:r>
              <a:rPr b="1" i="0" lang="en-US" sz="4400" u="none" cap="none" strike="noStrike">
                <a:solidFill>
                  <a:srgbClr val="0A0915"/>
                </a:solidFill>
                <a:latin typeface="Inter"/>
                <a:ea typeface="Inter"/>
                <a:cs typeface="Inter"/>
                <a:sym typeface="Inter"/>
              </a:rPr>
              <a:t>El partner siempre habla con Sovra.</a:t>
            </a:r>
            <a:endParaRPr/>
          </a:p>
          <a:p>
            <a:pPr indent="0" lvl="0" marL="0" marR="0" rtl="0" algn="ctr">
              <a:lnSpc>
                <a:spcPct val="130000"/>
              </a:lnSpc>
              <a:spcBef>
                <a:spcPts val="0"/>
              </a:spcBef>
              <a:spcAft>
                <a:spcPts val="0"/>
              </a:spcAft>
              <a:buNone/>
            </a:pPr>
            <a:r>
              <a:rPr b="1" i="0" lang="en-US" sz="4400" u="none" cap="none" strike="noStrike">
                <a:solidFill>
                  <a:srgbClr val="0A0915"/>
                </a:solidFill>
                <a:latin typeface="Inter"/>
                <a:ea typeface="Inter"/>
                <a:cs typeface="Inter"/>
                <a:sym typeface="Inter"/>
              </a:rPr>
              <a:t>Nunca se salta un nivel.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7"/>
          <p:cNvSpPr/>
          <p:nvPr/>
        </p:nvSpPr>
        <p:spPr>
          <a:xfrm>
            <a:off x="0" y="0"/>
            <a:ext cx="18288000" cy="10287000"/>
          </a:xfrm>
          <a:prstGeom prst="rect">
            <a:avLst/>
          </a:prstGeom>
          <a:solidFill>
            <a:srgbClr val="0077C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7"/>
          <p:cNvSpPr txBox="1"/>
          <p:nvPr/>
        </p:nvSpPr>
        <p:spPr>
          <a:xfrm>
            <a:off x="1371600" y="3200400"/>
            <a:ext cx="15544800" cy="6465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El gobierno habla contigo</a:t>
            </a:r>
            <a:endParaRPr/>
          </a:p>
        </p:txBody>
      </p:sp>
      <p:sp>
        <p:nvSpPr>
          <p:cNvPr id="142" name="Google Shape;142;p17"/>
          <p:cNvSpPr txBox="1"/>
          <p:nvPr/>
        </p:nvSpPr>
        <p:spPr>
          <a:xfrm>
            <a:off x="1371600" y="4754880"/>
            <a:ext cx="15544800" cy="12006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Tú hablas con Sovra</a:t>
            </a:r>
            <a:endParaRPr/>
          </a:p>
        </p:txBody>
      </p:sp>
      <p:sp>
        <p:nvSpPr>
          <p:cNvPr id="143" name="Google Shape;143;p17"/>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Saltar niveles destruye la relación.</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