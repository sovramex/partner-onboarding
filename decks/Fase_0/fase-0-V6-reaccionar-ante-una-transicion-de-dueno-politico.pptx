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18.0s · 45 palabras]</a:t>
            </a:r>
          </a:p>
          <a:p/>
          <a:p>
            <a:r>
              <a:t>En noventa días puede pasar muchas cosas. Una de las más difíciles es que el dueño político se vaya antes de terminar. Cambio de gabinete, renuncia, reasignación. Cuando pasa, el reflejo natural es pausar el proyecto y esperar. Eso es exactamente lo que no haces.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71.2s · 178 palabras]</a:t>
            </a:r>
          </a:p>
          <a:p/>
          <a:p>
            <a:r>
              <a:t>Hay un protocolo de cinco pasos para esto, y lo aplicas el mismo día que te enteras del cambio. Paso uno: el coordinador general asume ownership temporal del proyecto y te notifica como partner el mismo día. Paso dos: agendas una reunión de emergencia en máximo cuarenta y ocho horas con el coordinador y, si ya hay un sucesor designado, con esa persona también. Paso tres: documentación mínima. Estado actual del proyecto, fase en que está, porcentaje de avance, entregables ya cerrados, decisiones pendientes, compromisos políticos previos como fecha de lanzamiento o comunicación pública, y riesgos abiertos. Esta documentación no es para Sovra, es para el sucesor. Tiene que poder leerla y entender el proyecto en una hora. Paso cuatro: si hay sucesor identificado, reunión de contexto en la primera semana. El sucesor confirma o ajusta alcance, prioridades y fecha. Se continúa con el timeline vigente. Paso cinco: si no hay sucesor o el equipo quedó roto, esto ya no es una pausa. Es un nuevo Readiness Assessment completo. Vuelves a aplicar las cuatro señales que viste antes.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28.0s · 70 palabras]</a:t>
            </a:r>
          </a:p>
          <a:p/>
          <a:p>
            <a:r>
              <a:t>Si te quedan menos de tres en verde, entras en período de re-preparación. Y acá está lo importante: el reloj de los noventa días no se pausa ni se reinicia. La salida del dueño político no es excusa para pausar. Es un trigger para evaluar si el proyecto sigue siendo viable. Si detectas que ya no hay respaldo político suficiente, escalas a Sovra inmediatamente. No esperas a la siguiente reunión.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6.8s · 17 palabras]</a:t>
            </a:r>
          </a:p>
          <a:p/>
          <a:p>
            <a:r>
              <a:t>Un cambio político no detiene el reloj. Te obliga a decidir si el proyecto sigue siendo viable.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0077CC"/>
                </a:solidFill>
                <a:latin typeface="Figtree"/>
              </a:rPr>
              <a:t>FASE 0</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Transición</a:t>
            </a:r>
          </a:p>
          <a:p>
            <a:pPr algn="l">
              <a:lnSpc>
                <a:spcPct val="110000"/>
              </a:lnSpc>
            </a:pPr>
            <a:r>
              <a:rPr sz="8000" b="1" i="0">
                <a:solidFill>
                  <a:srgbClr val="0A0915"/>
                </a:solidFill>
                <a:latin typeface="Plus Jakarta Sans"/>
              </a:rPr>
              <a:t>de dueño político.</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El reflejo natural es pausar. Eso es exactamente lo que NO haces.</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Protocolo de cinco pasos — el mismo día que te enteras.</a:t>
            </a:r>
          </a:p>
        </p:txBody>
      </p:sp>
      <p:sp>
        <p:nvSpPr>
          <p:cNvPr id="3" name="Rounded Rectangle 2"/>
          <p:cNvSpPr/>
          <p:nvPr/>
        </p:nvSpPr>
        <p:spPr>
          <a:xfrm>
            <a:off x="1371600" y="388620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1. El coordinador asume ownership temporal y te notifica el mismo día.</a:t>
            </a:r>
          </a:p>
        </p:txBody>
      </p:sp>
      <p:sp>
        <p:nvSpPr>
          <p:cNvPr id="5" name="Rounded Rectangle 4"/>
          <p:cNvSpPr/>
          <p:nvPr/>
        </p:nvSpPr>
        <p:spPr>
          <a:xfrm>
            <a:off x="1371600" y="470916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2. Reunión de emergencia en máximo 48 horas con coordinador y sucesor (si lo hay).</a:t>
            </a:r>
          </a:p>
        </p:txBody>
      </p:sp>
      <p:sp>
        <p:nvSpPr>
          <p:cNvPr id="7" name="Rounded Rectangle 6"/>
          <p:cNvSpPr/>
          <p:nvPr/>
        </p:nvSpPr>
        <p:spPr>
          <a:xfrm>
            <a:off x="1371600" y="553212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3. Documentación mínima: estado, fase, % de avance, compromisos políticos, riesgos.</a:t>
            </a:r>
          </a:p>
        </p:txBody>
      </p:sp>
      <p:sp>
        <p:nvSpPr>
          <p:cNvPr id="9" name="Rounded Rectangle 8"/>
          <p:cNvSpPr/>
          <p:nvPr/>
        </p:nvSpPr>
        <p:spPr>
          <a:xfrm>
            <a:off x="1371600" y="635508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4. Sucesor identificado: reunión de contexto en la primera semana. Continúa timeline.</a:t>
            </a:r>
          </a:p>
        </p:txBody>
      </p:sp>
      <p:sp>
        <p:nvSpPr>
          <p:cNvPr id="11" name="Rounded Rectangle 10"/>
          <p:cNvSpPr/>
          <p:nvPr/>
        </p:nvSpPr>
        <p:spPr>
          <a:xfrm>
            <a:off x="1371600" y="717804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694944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5. Sin sucesor o equipo roto: nuevo Readiness Assessment completo.</a:t>
            </a:r>
          </a:p>
        </p:txBody>
      </p:sp>
      <p:sp>
        <p:nvSpPr>
          <p:cNvPr id="13" name="TextBox 12"/>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Lo más importante</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El reloj de los 90 días</a:t>
            </a:r>
          </a:p>
          <a:p>
            <a:pPr algn="ctr">
              <a:lnSpc>
                <a:spcPct val="115000"/>
              </a:lnSpc>
            </a:pPr>
            <a:r>
              <a:rPr sz="5600" b="1" i="0">
                <a:solidFill>
                  <a:srgbClr val="0A0915"/>
                </a:solidFill>
                <a:latin typeface="Plus Jakarta Sans"/>
              </a:rPr>
              <a:t>no se pausa ni se reinicia.</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Si detectas que ya no hay respaldo político suficiente, escalas a Sovra inmediatamente. No esperas a la siguiente reunión.</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Un cambio político</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no detiene el reloj.</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Te obliga a decidir si el proyecto sigue siendo viable.</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