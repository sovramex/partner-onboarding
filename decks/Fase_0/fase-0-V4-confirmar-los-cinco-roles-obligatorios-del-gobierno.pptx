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14.8s · 37 palabras]</a:t>
            </a:r>
          </a:p>
          <a:p/>
          <a:p>
            <a:r>
              <a:t>Del lado del gobierno necesitas cinco roles confirmados con nombre y apellido antes de avanzar. No cuatro. No tres porque ya veremos. Cinco. Si el gobierno no puede nombrarlos, esa es una señal roja por sí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27.2s · 68 palabras]</a:t>
            </a:r>
          </a:p>
          <a:p/>
          <a:p>
            <a:r>
              <a:t>El primer rol es el dueño del proyecto. Suele ser un secretario o director de modernización, innovación o equivalente. No necesita ser técnico. Necesita tener autoridad para mover cosas cuando el proyecto se atore. Su presencia es obligatoria en tres momentos: el kickoff, el cierre de Fase B, y el lanzamiento. Si delega todo sin involucrarse en el kickoff, el proyecto pierde respaldo político. Insistes en su presencia.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32.4s · 81 palabras]</a:t>
            </a:r>
          </a:p>
          <a:p/>
          <a:p>
            <a:r>
              <a:t>El segundo rol es el coordinador general. Tu contacto directo. La persona que coordina a todos los actores del lado gobierno y reporta internamente. Todo pasa por esta persona. Dedicación mínima del cincuenta por ciento durante los noventa días. Este es, sin discusión, el rol que más determina el éxito o el fracaso de la implementación. Si tiene tres proyectos más y el tuyo es el cuarto en prioridad, los tiempos de respuesta se duplican. Negocias dedicación mínima en Fase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21.6s · 54 palabras]</a:t>
            </a:r>
          </a:p>
          <a:p/>
          <a:p>
            <a:r>
              <a:t>El tercer rol es el especialista funcional. Una o dos personas, tiempo completo durante Fases B y C. Conoce procesos de trámites, transformación digital o mejora regulatoria. Aprende la plataforma a profundidad y es quien realmente digitaliza los trámites. Es el músculo de la implementación. Sin esta dedicación, los trámites no salen a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23.6s · 59 palabras]</a:t>
            </a:r>
          </a:p>
          <a:p/>
          <a:p>
            <a:r>
              <a:t>El cuarto rol es el técnico del gobierno. Genera dominio, entiende APIs y bases de datos, ejecuta integraciones del lado gobierno. Intensivo en Fase B para arquitectura y en Fase C para integraciones. El dominio parece trivial pero se atrasa semanas si no lo pides desde el día uno. Lo pones como entregable de la semana uno, sin excepción.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18.0s · 45 palabras]</a:t>
            </a:r>
          </a:p>
          <a:p/>
          <a:p>
            <a:r>
              <a:t>El quinto rol es comunicación. Entiende la plataforma desde la perspectiva del ciudadano. Prepara materiales de lanzamiento y estrategia de comunicación. Se incorpora formalmente en Fase D, pero idealmente está informado desde Fase B para que prepare materiales con conocimiento real, no con descripciones genéricas.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4.8s · 12 palabras]</a:t>
            </a:r>
          </a:p>
          <a:p/>
          <a:p>
            <a:r>
              <a:t>Sin los cinco roles con nombre y apellido, no arrancas Fase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77CC"/>
                </a:solidFill>
                <a:latin typeface="Figtree"/>
              </a:rPr>
              <a:t>FASE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Los cinco roles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obligatorios del gobierno.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No cuatro. No tres porque "ya veremos". Cinco, con nombre y apellido.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Rol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Dueño del proyecto.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Secretario o director — no necesita ser técnico, necesita autoridad para mover cosas cuando se atore. Su presencia es obligatoria en tres momentos: kickoff, cierre de Fase B, y lanzamiento. Si delega todo, el proyecto pierde respaldo político. Insistes.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Rol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Coordinador general.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Tu contacto directo. Coordina a todos del lado gobierno y reporta internamente. Dedicación mínima 50% durante los 90 días. Es el rol que más determina el éxito o el fracaso. Si tiene tres proyectos más y el tuyo es el cuarto, los tiempos de respuesta se duplican.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Rol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Especialista funcional.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Una o dos personas, tiempo completo Fases B y C. Conoce procesos de trámites, transformación digital, mejora regulatoria. Es quien realmente digitaliza los trámites. El músculo de la implementación. Sin esta dedicación, los trámites no salen a tiempo.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Rol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Técnico del gobierno.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Genera dominio, entiende APIs y bases de datos, ejecuta integraciones del lado gobierno. Intensivo en B para arquitectura y C para integraciones. El dominio parece trivial pero se atrasa semanas. Lo pides como entregable de la semana uno, sin excepción.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Rol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Comunicación.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Entiende la plataforma desde la perspectiva del ciudadano. Prepara materiales de lanzamiento y estrategia. Se incorpora formalmente en Fase D, pero idealmente informada desde Fase B para preparar materiales con conocimiento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Sin los cinco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con nombre y apellido,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no arrancas Fase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