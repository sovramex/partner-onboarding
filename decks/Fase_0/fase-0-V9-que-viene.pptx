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2.4s · 6 palabras]</a:t>
            </a:r>
          </a:p>
          <a:p/>
          <a:p>
            <a:r>
              <a:t>Hasta acá cerraste la Fase Pre-A.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18.8s · 47 palabras]</a:t>
            </a:r>
          </a:p>
          <a:p/>
          <a:p>
            <a:r>
              <a:t>Evaluaste readiness, armaste tu equipo, confirmaste los roles del gobierno, entendiste cómo se sostienen esos roles durante noventa días, conoces el protocolo si el dueño político cambia, y tienes claro el modelo de soporte de tres niveles. Firmaste la Declaración de Readiness y la decisión es arrancar.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22.0s · 55 palabras]</a:t>
            </a:r>
          </a:p>
          <a:p/>
          <a:p>
            <a:r>
              <a:t>Lo que sigue es Fase A: Inicio. En Fase A se ejecuta el kickoff formal con el gobierno, se cierran las definiciones de alcance, se confirma el equipo en una primera reunión con todos sentados en la misma mesa, y se acuerdan los canales de comunicación y la frecuencia de reuniones para los noventa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20.8s · 52 palabras]</a:t>
            </a:r>
          </a:p>
          <a:p/>
          <a:p>
            <a:r>
              <a:t>En Fase A vas a tener cuatro reuniones clave, incluida una sesión cero que se hace antes del kickoff oficial y que te posiciona frente al gobierno como socio estratégico, no como proveedor. Vamos a ver por qué esa sesión cero es probablemente el mejor retorno de inversión de toda la implementación.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8.0s · 20 palabras]</a:t>
            </a:r>
          </a:p>
          <a:p/>
          <a:p>
            <a:r>
              <a:t>Pre-A terminó. Lo que sigue es traducir la preparación en acuerdos concretos con el gobierno. Te veo en Fase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77CC"/>
                </a:solidFill>
                <a:latin typeface="Figtree"/>
              </a:rPr>
              <a:t>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Qué viene: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Fase A — Inicio.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Pre-A terminó. La preparación se traduce en acuerdos concretos.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Lo que cerraste en Pre-A.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Evaluaste readiness con las cuatro señales del gobierno.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Armaste tu equipo del lado partner.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Confirmaste los cinco roles del gobierno.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Entiendes cómo se sostienen esos roles durante 90 días.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717804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694944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Conoces el protocolo si el dueño político cambia.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80010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77724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Tienes claro el modelo de soporte de tres niveles.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77CC"/>
                </a:solidFill>
                <a:latin typeface="Figtree"/>
              </a:rPr>
              <a:t>Lo que sigue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Fase A: Inicio.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Kickoff formal, cierre de definiciones de alcance, confirmación del equipo en una primera reunión con todos sentados en la misma mesa, y acuerdo de canales y frecuencia para los 90 días.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1371600"/>
            <a:ext cx="2743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0" b="1" i="0">
                <a:solidFill>
                  <a:srgbClr val="0077CC"/>
                </a:solidFill>
                <a:latin typeface="Plus Jakarta Sans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En Fase A vas a tener cuatro reuniones clave —</a:t>
            </a:r>
          </a:p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incluida una sesión cero antes del kickoff</a:t>
            </a:r>
          </a:p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que probablemente es el mejor retorno</a:t>
            </a:r>
          </a:p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de toda la implementación.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Pre-A terminó.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Lo que sigue es traducir la preparación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en acuerdos concretos. Te veo en Fase 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