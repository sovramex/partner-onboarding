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22.4s · 56 palabras]</a:t>
            </a:r>
          </a:p>
          <a:p/>
          <a:p>
            <a:r>
              <a:t>Los roles no se pierden el día uno. Se pierden en la semana cuatro, en la siete, en la diez. Y cuando te das cuenta, el coordinador dejó de venir a las reuniones, el técnico no tiene tiempo, y tu equipo está resolviendo cosas que el gobierno debería estar resolviendo. La autonomía se perdió en silencio.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30.0s · 75 palabras]</a:t>
            </a:r>
          </a:p>
          <a:p/>
          <a:p>
            <a:r>
              <a:t>Hay tres razones por las que esto pasa. La primera es que la urgencia reemplaza al proceso: en vez de que lo resuelva quien debe, se vuelve que lo resuelva quien pueda. La segunda es que los roles se definen una vez y nadie los revisita después del kickoff. La tercera es que las personas competentes absorben más trabajo del que les corresponde y terminan haciendo tres roles a la vez hasta que se queman.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31.2s · 78 palabras]</a:t>
            </a:r>
          </a:p>
          <a:p/>
          <a:p>
            <a:r>
              <a:t>Lo que tienes que hacer es un role checkpoint en cada transición de fase. Cuando pasas de Fase A a Fase B, cuando pasas de B a C, cuando entras en pre-lanzamiento. Revisas la tabla de roles y te haces tres preguntas: ¿Siguen los mismos? ¿Alguien cambió? ¿Alguien desapareció? Y preguntas directamente al coordinador: ¿Quién está haciendo trabajo que no le corresponde? Si la respuesta tarda más de cinco segundos, los roles se perdieron y hay que recalibrar.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29.2s · 73 palabras]</a:t>
            </a:r>
          </a:p>
          <a:p/>
          <a:p>
            <a:r>
              <a:t>Hay cuatro señales de alarma que tienes que mirar siempre. Un solo nombre en más de dos roles, eso es un single point of failure. El coordinador dejó de asistir a las reuniones, eso es pérdida de seguimiento. El técnico no tiene tiempo, eso quiere decir que ya no está asignado en la práctica. Y tu equipo resuelve lo que el gobierno debería resolver, eso quiere decir que la autonomía ya no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8.8s · 22 palabras]</a:t>
            </a:r>
          </a:p>
          <a:p/>
          <a:p>
            <a:r>
              <a:t>Si no puedes responder ¿quién es responsable de X? en menos de cinco segundos, los roles se perdieron. Te detienes y recalibras.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77CC"/>
                </a:solidFill>
                <a:latin typeface="Figtree"/>
              </a:rPr>
              <a:t>FASE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554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Sostener los roles</a:t>
            </a:r>
          </a:p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durante 90 días.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Los roles no se pierden el día uno. Se pierden en silencio.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A0915"/>
                </a:solidFill>
                <a:latin typeface="Plus Jakarta Sans"/>
              </a:rPr>
              <a:t>Tres razones por las que se pierden.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4572000"/>
            <a:ext cx="5029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4572000"/>
            <a:ext cx="5029200" cy="13716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512064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77CC"/>
                </a:solidFill>
                <a:latin typeface="Plus Jakarta Sans"/>
              </a:rPr>
              <a:t>Urgencia reemplaza al proceso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630936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915"/>
                </a:solidFill>
                <a:latin typeface="Figtree"/>
              </a:rPr>
              <a:t>De "que lo resuelva quien debe" a "que lo resuelva quien pueda".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4572000"/>
            <a:ext cx="5029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4572000"/>
            <a:ext cx="5029200" cy="13716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512064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77CC"/>
                </a:solidFill>
                <a:latin typeface="Plus Jakarta Sans"/>
              </a:rPr>
              <a:t>Definidos una vez, nunca revisados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630936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915"/>
                </a:solidFill>
                <a:latin typeface="Figtree"/>
              </a:rPr>
              <a:t>Después del kickoff nadie vuelve a la tabla de roles.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15800" y="4572000"/>
            <a:ext cx="5029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115800" y="4572000"/>
            <a:ext cx="5029200" cy="13716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81560" y="512064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77CC"/>
                </a:solidFill>
                <a:latin typeface="Plus Jakarta Sans"/>
              </a:rPr>
              <a:t>Quemarse callado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81560" y="6309360"/>
            <a:ext cx="4297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A0915"/>
                </a:solidFill>
                <a:latin typeface="Figtree"/>
              </a:rPr>
              <a:t>Las personas competentes absorben trabajo de tres roles hasta que se queman.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Lo que tienes que hacer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Role checkpoint en cada transición de fase.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De A a B, de B a C, antes del pre-lanzamiento. Tres preguntas: ¿Siguen los mismos? ¿Alguien cambió? ¿Alguien desapareció?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Cuatro señales de alarma.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886200"/>
            <a:ext cx="228600" cy="2286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Un solo nombre en más de dos roles — single point of failure.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09160"/>
            <a:ext cx="228600" cy="2286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El coordinador dejó de asistir a las reuniones — pérdida de seguimiento.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532120"/>
            <a:ext cx="228600" cy="2286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El técnico "no tiene tiempo" — ya no está asignado en la práctica.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355080"/>
            <a:ext cx="228600" cy="2286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612648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Tu equipo resuelve lo que el gobierno debería resolver — la autonomía se perdió.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Plus Jakarta Sans"/>
              </a:rPr>
              <a:t>Si no puedes responder "¿quién es responsable de X?"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0" b="1" i="0">
                <a:solidFill>
                  <a:srgbClr val="FFFFFF"/>
                </a:solidFill>
                <a:latin typeface="Plus Jakarta Sans"/>
              </a:rPr>
              <a:t>en menos de 5 segundos,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FFFFFF"/>
                </a:solidFill>
                <a:latin typeface="Plus Jakarta Sans"/>
              </a:rPr>
              <a:t>los roles se perdieron.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CE5FF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