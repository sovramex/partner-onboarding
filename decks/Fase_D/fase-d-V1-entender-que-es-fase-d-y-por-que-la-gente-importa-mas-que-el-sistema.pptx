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17.6s · 44 palabras]</a:t>
            </a:r>
          </a:p>
          <a:p/>
          <a:p>
            <a:r>
              <a:t>Llegaste a Fase D. Si veniste siguiendo el orden, esto significa que ya tienes los trámites digitalizados y modelados, las áreas dueñas validaron lo que hiciste, pasaste el testing end-to-end con cero bugs críticos, y las integraciones están funcionando. La plataforma, técnicamente, está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6.4s · 16 palabras]</a:t>
            </a:r>
          </a:p>
          <a:p/>
          <a:p>
            <a:r>
              <a:t>Y sin embargo no estás listo para lanzar. Esa es la trampa clásica de esta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28.4s · 71 palabras]</a:t>
            </a:r>
          </a:p>
          <a:p/>
          <a:p>
            <a:r>
              <a:t>Fase D dura dos semanas, semana 9 y semana 10 del proceso. Pero no es una fase de plataforma. Es una fase de personas. El foco ya no es configurar trámites: es preparar a los operadores para que sepan usar lo que construiste, definir el modelo de soporte para que todos sepan a quién escalar qué, y armar a los tomadores de decisiones para que puedan hablar del proyecto con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22.8s · 57 palabras]</a:t>
            </a:r>
          </a:p>
          <a:p/>
          <a:p>
            <a:r>
              <a:t>Tres roles se vuelven críticos ahora. El soporte y capacitador de tu equipo, que va a entrenar a los operadores del gobierno. El equipo de comunicación, que tiene que preparar materiales y plan de lanzamiento. Y el dueño del proyecto del lado del gobierno, que va a tener que dar la cara públicamente cuando el sistema arranque.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26.4s · 66 palabras]</a:t>
            </a:r>
          </a:p>
          <a:p/>
          <a:p>
            <a:r>
              <a:t>Si saltas Fase D pensando que la plataforma se vende sola, lo que va a pasar el día 1 es que un ciudadano va a llamar con una duda, el operador no va a saber responder, esa duda va a escalar al líder del proyecto, que tampoco va a saber dónde mirar, y la prensa va a tener una historia de implementación fallida antes del mediodía.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7.6s · 19 palabras]</a:t>
            </a:r>
          </a:p>
          <a:p/>
          <a:p>
            <a:r>
              <a:t>El sistema técnico ya está. Lo que falta es la gente. Fase D es donde el lanzamiento se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59669"/>
                </a:solidFill>
                <a:latin typeface="Figtree"/>
              </a:rPr>
              <a:t>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Fase D: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la gente, no el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La plataforma está lista. Y aun así no estás listo para lanzar.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59669"/>
                </a:solidFill>
                <a:latin typeface="Figtree"/>
              </a:rPr>
              <a:t>Dónde estás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Técnicamente, la plataforma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está 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Trámites digitalizados y modelados. Áreas dueñas validaron. Testing end-to-end con cero bugs críticos. Integraciones funcionando.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Pero Fase D</a:t>
            </a:r>
          </a:p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no es una fase de plataforma.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4572000"/>
            <a:ext cx="6400800" cy="41148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50292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8888"/>
                </a:solidFill>
                <a:latin typeface="Figtree"/>
              </a:rPr>
              <a:t>Lo que NO 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603504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0A0915"/>
                </a:solidFill>
                <a:latin typeface="Plus Jakarta Sans"/>
              </a:rPr>
              <a:t>Configurar trámites.</a:t>
            </a:r>
          </a:p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0A0915"/>
                </a:solidFill>
                <a:latin typeface="Plus Jakarta Sans"/>
              </a:rPr>
              <a:t>Ajustar la plataforma.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0"/>
            <a:ext cx="6400800" cy="41148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50292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Figtree"/>
              </a:rPr>
              <a:t>Lo que SÍ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03504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FFFFFF"/>
                </a:solidFill>
                <a:latin typeface="Plus Jakarta Sans"/>
              </a:rPr>
              <a:t>Preparar operadores.</a:t>
            </a:r>
          </a:p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FFFFFF"/>
                </a:solidFill>
                <a:latin typeface="Plus Jakarta Sans"/>
              </a:rPr>
              <a:t>Definir soporte.</a:t>
            </a:r>
          </a:p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FFFFFF"/>
                </a:solidFill>
                <a:latin typeface="Plus Jakarta Sans"/>
              </a:rPr>
              <a:t>Armar al tomador de decisiones.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Tres roles</a:t>
            </a:r>
          </a:p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se vuelven críticos ahora.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4572000"/>
            <a:ext cx="5029200" cy="137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59669"/>
                </a:solidFill>
                <a:latin typeface="Plus Jakarta Sans"/>
              </a:rPr>
              <a:t>Soporte y capacitador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De tu equipo. Va a entrenar a los operadores del gobierno.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4572000"/>
            <a:ext cx="5029200" cy="137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59669"/>
                </a:solidFill>
                <a:latin typeface="Plus Jakarta Sans"/>
              </a:rPr>
              <a:t>Comunicación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Prepara materiales y plan de lanzamiento.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158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15800" y="4572000"/>
            <a:ext cx="5029200" cy="137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815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59669"/>
                </a:solidFill>
                <a:latin typeface="Plus Jakarta Sans"/>
              </a:rPr>
              <a:t>Dueño del proyecto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Del lado gobierno. Da la cara públicamente cuando el sistema arranque.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59669"/>
                </a:solidFill>
                <a:latin typeface="Figtree"/>
              </a:rPr>
              <a:t>Si saltas Fase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El día 1 te explota.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Un ciudadano llama con una duda. El operador no sabe responder. Escala al líder, que tampoco sabe dónde mirar. La prensa tiene una historia de implementación fallida antes del mediodía.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El sistema técnico ya está.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Lo que falta es la gente.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Fase D es donde el lanzamiento se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