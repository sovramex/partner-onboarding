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19.2s · 48 palabras]</a:t>
            </a:r>
          </a:p>
          <a:p/>
          <a:p>
            <a:r>
              <a:t>La sesión ejecutiva es una hora máximo. Asisten el dueño del proyecto del gobierno, el equipo de comunicación del gobierno, y tú como facilitador. El objetivo es uno solo: que el tomador de decisiones pueda hablar del proyecto con confianza ante prensa, ante sus superiores y ante ciudadanos.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15.6s · 39 palabras]</a:t>
            </a:r>
          </a:p>
          <a:p/>
          <a:p>
            <a:r>
              <a:t>Este video importa porque, si esa persona habla bien, el proyecto se posiciona como un logro de gestión. Si habla mal o duda, el proyecto se vuelve atacable. Y nadie habla bien improvisando un tema técnico que apenas conoce.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41.6s · 104 palabras]</a:t>
            </a:r>
          </a:p>
          <a:p/>
          <a:p>
            <a:r>
              <a:t>La agenda tiene cuatro partes. Primero, traducir el valor de la plataforma a lenguaje político: no se trata de modelamos los trámites en el módulo de etapas, se trata de los vecinos resuelven en cinco minutos lo que antes les tomaba un día. Segundo, elegir tres a cinco métricas clave que el dueño del proyecto va a repetir en cada conversación pública. Tercero, anticipar las preguntas difíciles: ¿qué pasa con la gente sin internet?, ¿esto reemplaza empleados?, ¿quién es dueño de los datos? Y cuarto, practicar el pitch de dos minutos, en voz alta, en la sala. No se asume que sabe: se ensaya.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15.2s · 38 palabras]</a:t>
            </a:r>
          </a:p>
          <a:p/>
          <a:p>
            <a:r>
              <a:t>Los entregables son talking points documentados en una sola página, métricas clave seleccionadas y memorizadas, y el dueño del proyecto listo para comunicar. Y listo significa que pueda recitar el pitch sin notas al final de la hora.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11.6s · 29 palabras]</a:t>
            </a:r>
          </a:p>
          <a:p/>
          <a:p>
            <a:r>
              <a:t>Si el dueño del proyecto no puede explicar el valor en dos minutos, el lanzamiento se va a leer como un proyecto técnico, no como una mejora de gestión.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59669"/>
                </a:solidFill>
                <a:latin typeface="Figtree"/>
              </a:rPr>
              <a:t>FASE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Preparar al tomador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de decisiones.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Que pueda hablar del proyecto con confianza ante prensa, superiores y ciudadanos.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Por qué importa</a:t>
            </a:r>
          </a:p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esta hora.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4572000"/>
            <a:ext cx="6400800" cy="4114800"/>
          </a:xfrm>
          <a:prstGeom prst="round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50292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88888"/>
                </a:solidFill>
                <a:latin typeface="Figtree"/>
              </a:rPr>
              <a:t>Si habla bien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603504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0A0915"/>
                </a:solidFill>
                <a:latin typeface="Plus Jakarta Sans"/>
              </a:rPr>
              <a:t>El proyecto se posiciona</a:t>
            </a:r>
          </a:p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0A0915"/>
                </a:solidFill>
                <a:latin typeface="Plus Jakarta Sans"/>
              </a:rPr>
              <a:t>como un logro de gestión.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0" y="4572000"/>
            <a:ext cx="6400800" cy="41148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50292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Figtree"/>
              </a:rPr>
              <a:t>Si habla mal o duda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035040"/>
            <a:ext cx="5486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FFFFFF"/>
                </a:solidFill>
                <a:latin typeface="Plus Jakarta Sans"/>
              </a:rPr>
              <a:t>El proyecto se vuelve atacable.</a:t>
            </a:r>
          </a:p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FFFFFF"/>
                </a:solidFill>
                <a:latin typeface="Plus Jakarta Sans"/>
              </a:rPr>
              <a:t>Nadie habla bien improvisando.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La agenda</a:t>
            </a:r>
          </a:p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tiene cuatro partes.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1. Traducir el valor a lenguaje político — no "módulo de etapas", sí "cinco minutos en lugar de un día".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2. Elegir tres a cinco métricas clave que el dueño va a repetir en cada conversación pública.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3. Anticipar preguntas difíciles: gente sin internet, reemplazo de empleados, dueño de los datos.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4. Practicar el pitch de dos minutos, en voz alta, en la sala. No se asume: se ensaya.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59669"/>
                </a:solidFill>
                <a:latin typeface="Figtree"/>
              </a:rPr>
              <a:t>Cómo cierras la sesión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"Listo" significa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recitar el pitch sin notas.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Talking points en una sola página. Métricas clave memorizadas. El dueño del proyecto listo para comunicar al final de la hora.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Si el dueño del proyecto no puede explicar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el valor en dos minutos,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el lanzamiento se va a leer como técnico, no como gestión.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