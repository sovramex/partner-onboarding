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18.0s · 45 palabras]</a:t>
            </a:r>
          </a:p>
          <a:p/>
          <a:p>
            <a:r>
              <a:t>La cuarta reunión de Fase D es de preparación de comunicación y lanzamiento. Dura entre una y dos horas y asisten el equipo de comunicación del gobierno, el coordinador y tú como líder partner. Acá se decide cuándo, cómo y con qué materiales se lanza.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8.4s · 21 palabras]</a:t>
            </a:r>
          </a:p>
          <a:p/>
          <a:p>
            <a:r>
              <a:t>Dura entre una y dos horas y asisten el equipo de comunicación del gobierno, el coordinador y tú como líder partner.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29.2s · 73 palabras]</a:t>
            </a:r>
          </a:p>
          <a:p/>
          <a:p>
            <a:r>
              <a:t>La agenda cubre cinco puntos. Confirmar fecha de lanzamiento, no estimar. Definir el plan de comunicación con canales internos del gobierno y canales externos hacia los ciudadanos. Tener listos los materiales: guía del ciudadano para usar el trámite, FAQ con las dudas más comunes, piezas para redes sociales y prensa. Escribir el runbook de lanzamiento, que es el documento clave de esta reunión. Y decidir si el lanzamiento es big bang o gradual.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32.0s · 80 palabras]</a:t>
            </a:r>
          </a:p>
          <a:p/>
          <a:p>
            <a:r>
              <a:t>El runbook merece atención aparte. Es el documento de qué hacer si X falla en el día 1. Si el sistema se cae, ¿quién decide bajar el anuncio público? Si un trámite empieza a rechazar a todos por error, ¿quién se contacta con quién y en cuánto tiempo? Si la prensa pregunta por un caso negativo viralizado, ¿quién responde y qué dice? El runbook no anticipa todo, pero anticipa los escenarios obvios y deja roles claros para los no obvios.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14.0s · 35 palabras]</a:t>
            </a:r>
          </a:p>
          <a:p/>
          <a:p>
            <a:r>
              <a:t>Los entregables de esta reunión son cuatro. Fecha de lanzamiento confirmada, sin alrededor de. Plan de comunicación documentado. Materiales de comunicación efectivamente listos, no en redacción. Y el runbook de lanzamiento escrito, no acordado verbalmente.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8.4s · 21 palabras]</a:t>
            </a:r>
          </a:p>
          <a:p/>
          <a:p>
            <a:r>
              <a:t>El runbook es el seguro del día 1. No lo escribes para usarlo, lo escribes para no necesitar improvisar bajo presión.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59669"/>
                </a:solidFill>
                <a:latin typeface="Figtree"/>
              </a:rPr>
              <a:t>FASE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Plan de lanzamiento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y runbook del día 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Acá se decide cuándo, cómo y con qué materiales se lanza.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59669"/>
                </a:solidFill>
                <a:latin typeface="Figtree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La cuarta reunión de Fase 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Entre una y dos horas. Asisten comunicación del gobierno, el coordinador y tú como líder partner.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Cinco puntos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de la agenda.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Confirmar fecha de lanzamiento. No estimar.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Definir plan de comunicación — canales internos del gobierno y externos hacia ciudadanos.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Tener listos los materiales: guía del ciudadano, FAQ, piezas para redes y prensa.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Escribir el runbook de lanzamiento — el documento clave de la reunión.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717804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694944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Decidir si el lanzamiento es big bang o gradual.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59669"/>
                </a:solidFill>
                <a:latin typeface="Figtree"/>
              </a:rPr>
              <a:t>El 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El documento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de "qué hacer si X falla".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¿Si el sistema se cae, quién decide bajar el anuncio público? ¿Si un trámite rechaza a todos por error, quién contacta a quién y en cuánto? ¿Si la prensa pregunta por un caso negativo viralizado, quién responde y qué dice?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Entregables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de la reunión.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Fecha de lanzamiento confirmada, sin "alrededor de".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Plan de comunicación documentado.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Materiales de comunicación efectivamente listos, no en redacción.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Runbook de lanzamiento escrito, no acordado verbalmente.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El runbook es el seguro del día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No lo escribes para usarlo.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Lo escribes para no improvisar bajo presión.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