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9.6s · 24 palabras]</a:t>
            </a:r>
          </a:p>
          <a:p/>
          <a:p>
            <a:r>
              <a:t>Hay tres decisiones de Fase D que vas a tener que tomar con criterio, no con plantilla. Vale la pena pararnos en cada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42.0s · 105 palabras]</a:t>
            </a:r>
          </a:p>
          <a:p/>
          <a:p>
            <a:r>
              <a:t>La primera es train the trainer o capacitación directa. La regla práctica: si el gobierno tiene más de diez operadores, no los capacitas tú. Capacitas a dos o tres del equipo core, generalmente los más fuertes técnicamente y los que ya tienen ascendencia sobre el resto, y ellos replican. Funciona porque el conocimiento se queda dentro del gobierno y porque la segunda ola de capacitación va a estar mejor adaptada al lenguaje interno. La trampa es no validar la calidad: tienes que sentarte en al menos una de las capacitaciones replicadas, para confirmar que lo que están enseñando se parece a lo que enseñaste tú.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35.6s · 89 palabras]</a:t>
            </a:r>
          </a:p>
          <a:p/>
          <a:p>
            <a:r>
              <a:t>La segunda es big bang o gradual. Big bang significa que el día del lanzamiento todos los trámites están disponibles para todos los ciudadanos. Gradual significa que arrancas con un trámite o con una zona acotada, ves cómo se comporta, y vas abriendo. El criterio: si el gobierno tiene poca experiencia digital previa, o si el equipo de soporte está recién armado, vas gradual. Si ya tienen adopción digital, los operadores son experimentados y los trámites son de alto volumen, big bang funciona porque generas un evento comunicacional fuerte.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14.8s · 37 palabras]</a:t>
            </a:r>
          </a:p>
          <a:p/>
          <a:p>
            <a:r>
              <a:t>La tercera es cuándo involucrar a comunicación. La respuesta corta: ya deberías. Idealmente comunicación está informada desde Fase B, no desde Fase D. Si recién la traes ahora, perdiste tiempo. Hazlo igual, pero anótalo como lección aprendida.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9.6s · 24 palabras]</a:t>
            </a:r>
          </a:p>
          <a:p/>
          <a:p>
            <a:r>
              <a:t>Las decisiones de Fase D no se toman por intuición. Se toman con criterio explícito, y el criterio se documenta para la próxima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9669"/>
                </a:solidFill>
                <a:latin typeface="Figtree"/>
              </a:rPr>
              <a:t>FASE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Tres decisiones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con criterio, no con plantilla.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Train the trainer, big bang o gradual, y cuándo entra comunicación.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59669"/>
                </a:solidFill>
                <a:latin typeface="Figtree"/>
              </a:rPr>
              <a:t>Decisión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Train the trainer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o capacitación directa.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Más de diez operadores: no los capacitas tú. Capacitas a dos o tres del equipo core. Ellos replican. La trampa es no validar la calidad: te sientas en al menos una de las capacitaciones replicadas para confirmar que se parece a la tuya.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Decisión 2:</a:t>
            </a:r>
          </a:p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big bang o gradual.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64008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8888"/>
                </a:solidFill>
                <a:latin typeface="Figtree"/>
              </a:rPr>
              <a:t>Gradual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Arrancas con un trámite o una zona acotada.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Ves cómo se comporta, vas abriendo.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Gobierno con poca experiencia digital o soporte recién armado.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6400800" cy="4114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Figtree"/>
              </a:rPr>
              <a:t>Big 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Día del lanzamiento, todos los trámites disponibles.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Genera un evento comunicacional fuerte.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Adopción digital ya instalada, operadores experimentados, trámites de alto volumen.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59669"/>
                </a:solidFill>
                <a:latin typeface="Figtree"/>
              </a:rPr>
              <a:t>Decisión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Cuándo involucrar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a comunicación.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La respuesta corta: ya deberías. Idealmente, comunicación está informada desde Fase B. Si recién la traes ahora, perdiste tiempo. Hazlo igual, pero anótalo como lección aprendida.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Las decisiones de Fase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no se toman por intuición.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Se toman con criterio explícito y se documentan.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