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15.2s · 38 palabras]</a:t>
            </a:r>
          </a:p>
          <a:p/>
          <a:p>
            <a:r>
              <a:t>Llegaste a la fase donde el tramite deja de ser una conversacion y pasa a ser una pantalla. En Fase B trabajaste con el gobierno para priorizar tramites, definir integraciones y dejar al equipo capacitado. Ahora toca digitalizar.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14.8s · 37 palabras]</a:t>
            </a:r>
          </a:p>
          <a:p/>
          <a:p>
            <a:r>
              <a:t>Fase C son las semanas 6 a 8. Hay un solo criterio para saber si esta lista: si un ciudadano puede completar el tramite sin ayuda extra, esta listo. Si necesita que alguien le explique, todavia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10.8s · 27 palabras]</a:t>
            </a:r>
          </a:p>
          <a:p/>
          <a:p>
            <a:r>
              <a:t>El criterio unico de Fase C es ese. Si el ciudadano puede completar el tramite sin ayuda, esta listo. Si necesita que alguien le explique, todavia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25.6s · 64 palabras]</a:t>
            </a:r>
          </a:p>
          <a:p/>
          <a:p>
            <a:r>
              <a:t>En la practica vas a hacer tres cosas en paralelo. Vas a modelar cada tramite priorizado en la plataforma. Vas a poner a punto las integraciones tecnicas, sobre todo el sistema de autenticacion del gobierno. Y vas a probar todo de punta a punta, desde el ciudadano que entra a la guia publica hasta el operador que cierra la solicitud y emite 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24.4s · 61 palabras]</a:t>
            </a:r>
          </a:p>
          <a:p/>
          <a:p>
            <a:r>
              <a:t>Mientras dura la fase, tres roles cargan el peso. El especialista funcional del partner lidera el modelado, porque conoce la plataforma a fondo. El tecnico se ocupa de las integraciones. Y las areas duenas de cada tramite validan que lo que se modelo refleja como se hace de verdad. Sin esas areas, no hay validacion. Sin validacion, no hay Fase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21.2s · 53 palabras]</a:t>
            </a:r>
          </a:p>
          <a:p/>
          <a:p>
            <a:r>
              <a:t>Una cosa mas antes de arrancar. Fase C es densa. Vas a tocar formulario, etapas, documento de salida, ficha publica, catalogos, imagen institucional y dominio. Todo al mismo tiempo, todo con plazo de tres semanas. Por eso esta fase pide ritmo de iteracion corto: modelar, mostrar al area duena, ajustar, mostrar otra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6.4s · 16 palabras]</a:t>
            </a:r>
          </a:p>
          <a:p/>
          <a:p>
            <a:r>
              <a:t>Si Fase B fue acordar que se digitaliza, Fase C es hacerlo realidad en la plataforma.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EA580C"/>
                </a:solidFill>
                <a:latin typeface="Figtree"/>
              </a:rPr>
              <a:t>FASE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Abrir la Fase 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El tramite deja de ser una conversacion y pasa a ser una pantalla.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EA580C"/>
                </a:solidFill>
                <a:latin typeface="Figtree"/>
              </a:rPr>
              <a:t>Donde estas parado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Semanas 6 a 8: digitalizar lo priorizado.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En Fase B trabajaste con el gobierno para priorizar tramites, definir integraciones y dejar al equipo capacitado. Ahora toca digitalizar.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EA580C"/>
                </a:solidFill>
                <a:latin typeface="Figtree"/>
              </a:rPr>
              <a:t>El criterio unico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Si el ciudadano puede completarlo sin ayuda, esta listo.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Si necesita que alguien le explique, todavia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Tres cosas en paralelo.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430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4572000"/>
            <a:ext cx="5029200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A580C"/>
                </a:solidFill>
                <a:latin typeface="Plus Jakarta Sans"/>
              </a:rPr>
              <a:t>Modelar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Cada tramite priorizado se modela en la plataforma.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294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29400" y="4572000"/>
            <a:ext cx="5029200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A580C"/>
                </a:solidFill>
                <a:latin typeface="Plus Jakarta Sans"/>
              </a:rPr>
              <a:t>Integrar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Las integraciones tecnicas, sobre todo el sistema de autenticacion del gobierno.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1158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115800" y="4572000"/>
            <a:ext cx="5029200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815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A580C"/>
                </a:solidFill>
                <a:latin typeface="Plus Jakarta Sans"/>
              </a:rPr>
              <a:t>Probar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815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Todo de punta a punta, desde la guia publica hasta el documento de salida.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Tres roles cargan el peso.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15544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Sin las areas duenas no hay validacion. Sin validacion no hay Fase 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4572000"/>
            <a:ext cx="5029200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A580C"/>
                </a:solidFill>
                <a:latin typeface="Plus Jakarta Sans"/>
              </a:rPr>
              <a:t>Especialista funcional del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Lidera el modelado. Conoce la plataforma a fondo.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0" y="4572000"/>
            <a:ext cx="5029200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A580C"/>
                </a:solidFill>
                <a:latin typeface="Plus Jakarta Sans"/>
              </a:rPr>
              <a:t>Tecnico del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Se ocupa de las integraciones.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115800" y="4572000"/>
            <a:ext cx="502920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5800" y="4572000"/>
            <a:ext cx="5029200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81560" y="5120640"/>
            <a:ext cx="4297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EA580C"/>
                </a:solidFill>
                <a:latin typeface="Plus Jakarta Sans"/>
              </a:rPr>
              <a:t>Areas duenas del gobierno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81560" y="6309360"/>
            <a:ext cx="4297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0A0915"/>
                </a:solidFill>
                <a:latin typeface="Figtree"/>
              </a:rPr>
              <a:t>Validan que lo modelado refleja como se hace de verdad.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EA580C"/>
                </a:solidFill>
                <a:latin typeface="Figtree"/>
              </a:rPr>
              <a:t>Una cosa mas antes de arrancar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Fase C es densa.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Formulario, etapas, documento de salida, ficha publica, catalogos, imagen institucional y dominio. Todo al mismo tiempo, todo con plazo de tres semanas. Por eso esta fase pide ritmo de iteracion corto: modelar, mostrar al area duena, ajustar, mostrar otra vez.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Si Fase B fue acordar que se digitaliza,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Fase C es hacerlo realidad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en la plataforma.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