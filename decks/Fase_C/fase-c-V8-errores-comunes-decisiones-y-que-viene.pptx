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15.2s · 38 palabras]</a:t>
            </a:r>
          </a:p>
          <a:p/>
          <a:p>
            <a:r>
              <a:t>Antes de cerrar la fase, vale la pena dejar a la vista las tres trampas que se repiten en cada implementacion, los criterios para resolver las decisiones que vas a enfrentar y que te espera del otro lado.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44.8s · 112 palabras]</a:t>
            </a:r>
          </a:p>
          <a:p/>
          <a:p>
            <a:r>
              <a:t>Las trampas, primero. Modelar sin validar con el area duena. Es la forma mas rapida de gastar tiempo en algo que despues hay que rehacer. Treinta minutos con el operador real son mas baratos y mas valiosos que dos dias de modelado sin feedback. La segunda trampa es dejar las integraciones para el final. El sistema de autenticacion del gobierno bloquea todo lo demas, asi que se prioriza desde Fase B y se cierra a mas tardar en mitad de Fase C. La tercera trampa es probar solo del lado operador. Si nadie probo el tramite desde la silla del ciudadano, no sabes si funciona; sabes que el operador no lo rompe.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25.2s · 63 palabras]</a:t>
            </a:r>
          </a:p>
          <a:p/>
          <a:p>
            <a:r>
              <a:t>Las decisiones, ahora. Cuando el area duena rechaza el modelado, te sientas con el operador real, no con su jefe. Cuando dudas entre etapas simples y subetapas, te preguntas si el flujo se dibuja como linea recta; si si, alcanza con etapas. Cuando no sabes si seguir iterando, te preguntas si el ciudadano puede completar el tramite sin ayuda; si si, esta listo.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35.6s · 89 palabras]</a:t>
            </a:r>
          </a:p>
          <a:p/>
          <a:p>
            <a:r>
              <a:t>Antes de declarar la fase cerrada, revisa el checklist completo. Todos los tramites priorizados, modelados. Cada uno validado con su area duena, con firma o confirmacion explicita. Testing de punta a punta pasado para cada tramite, con ciudadano y operador. Integraciones funcionando, sobre todo la de identidad. Cero bugs criticos abiertos. Guia publica configurada y revisada. Imagen institucional aplicada. Dominio funcionando. Y los roles, revisados una vez mas, porque entre Fase B y Fase D puede haber rotacion y conviene confirmar quien va a operar el sistema en produccion.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20.0s · 50 palabras]</a:t>
            </a:r>
          </a:p>
          <a:p/>
          <a:p>
            <a:r>
              <a:t>Si encuentras un bloqueo que no puedes resolver, ese es el momento de escalar a Sovra. Un bug critico que no destrabas, una integracion que no responde, un area duena que rechaza el modelado y no logras mediar. Para eso esta el modelo de soporte que armaste en fases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38.8s · 97 palabras]</a:t>
            </a:r>
          </a:p>
          <a:p/>
          <a:p>
            <a:r>
              <a:t>Cuando termines Fase C, lo que tienes en la mano es una plataforma funcional con tramites probados. Lo que viene en Fase D es prepararla para produccion. Vas a capacitar a los operadores reales que la van a usar todos los dias, vas a montar el modelo de soporte ciudadano, vas a armar la comunicacion de lanzamiento y vas a hacer una ultima ronda de testing en condiciones lo mas parecidas posible a las de produccion. Son dos semanas mas cortas pero mas intensas, porque cada decision que tomas ahi ya tiene consecuencias visibles para el ciudadano.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12.8s · 32 palabras]</a:t>
            </a:r>
          </a:p>
          <a:p/>
          <a:p>
            <a:r>
              <a:t>Cierras Fase C cuando un ciudadano externo, sin nadie al lado, puede completar cualquiera de los tramites priorizados y recibir su documento. Si todavia no, falta. Si si, te espera Fase 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EA580C"/>
                </a:solidFill>
                <a:latin typeface="Figtree"/>
              </a:rPr>
              <a:t>FASE C</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Errores comunes,</a:t>
            </a:r>
          </a:p>
          <a:p>
            <a:pPr algn="l">
              <a:lnSpc>
                <a:spcPct val="110000"/>
              </a:lnSpc>
            </a:pPr>
            <a:r>
              <a:rPr sz="8000" b="1" i="0">
                <a:solidFill>
                  <a:srgbClr val="0A0915"/>
                </a:solidFill>
                <a:latin typeface="Plus Jakarta Sans"/>
              </a:rPr>
              <a:t>decisiones y que viene.</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Las trampas que se repiten, los criterios para decidir y que te espera del otro lado.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Tres trampas que se repiten.</a:t>
            </a:r>
          </a:p>
        </p:txBody>
      </p:sp>
      <p:sp>
        <p:nvSpPr>
          <p:cNvPr id="3" name="Rounded Rectangle 2"/>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Modelar sin validar</a:t>
            </a:r>
          </a:p>
        </p:txBody>
      </p:sp>
      <p:sp>
        <p:nvSpPr>
          <p:cNvPr id="6" name="TextBox 5"/>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30 minutos con el operador real valen mas que dos dias de modelado sin feedback.</a:t>
            </a:r>
          </a:p>
        </p:txBody>
      </p:sp>
      <p:sp>
        <p:nvSpPr>
          <p:cNvPr id="7" name="Rounded Rectangle 6"/>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294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Dejar integraciones para el final</a:t>
            </a:r>
          </a:p>
        </p:txBody>
      </p:sp>
      <p:sp>
        <p:nvSpPr>
          <p:cNvPr id="10" name="TextBox 9"/>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El IDP bloquea todo. Se prioriza desde Fase B y se cierra a mas tardar a mitad de Fase C.</a:t>
            </a:r>
          </a:p>
        </p:txBody>
      </p:sp>
      <p:sp>
        <p:nvSpPr>
          <p:cNvPr id="11" name="Rounded Rectangle 10"/>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158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Probar solo del lado operador</a:t>
            </a:r>
          </a:p>
        </p:txBody>
      </p:sp>
      <p:sp>
        <p:nvSpPr>
          <p:cNvPr id="14" name="TextBox 13"/>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nadie probo desde la silla del ciudadano, no sabes si funciona. Sabes que el operador no lo rompe.</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Tres decisiones, tres criterios.</a:t>
            </a:r>
          </a:p>
        </p:txBody>
      </p:sp>
      <p:sp>
        <p:nvSpPr>
          <p:cNvPr id="3" name="Rounded Rectangle 2"/>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Area duena rechaza el modelado</a:t>
            </a:r>
          </a:p>
        </p:txBody>
      </p:sp>
      <p:sp>
        <p:nvSpPr>
          <p:cNvPr id="6" name="TextBox 5"/>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Te sentas con el operador real, no con su jefe.</a:t>
            </a:r>
          </a:p>
        </p:txBody>
      </p:sp>
      <p:sp>
        <p:nvSpPr>
          <p:cNvPr id="7" name="Rounded Rectangle 6"/>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294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?Etapas simples o subetapas?</a:t>
            </a:r>
          </a:p>
        </p:txBody>
      </p:sp>
      <p:sp>
        <p:nvSpPr>
          <p:cNvPr id="10" name="TextBox 9"/>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el flujo se dibuja como linea recta, alcanza con etapas.</a:t>
            </a:r>
          </a:p>
        </p:txBody>
      </p:sp>
      <p:sp>
        <p:nvSpPr>
          <p:cNvPr id="11" name="Rounded Rectangle 10"/>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158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?Sigo iterando o esta listo?</a:t>
            </a:r>
          </a:p>
        </p:txBody>
      </p:sp>
      <p:sp>
        <p:nvSpPr>
          <p:cNvPr id="14" name="TextBox 13"/>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el ciudadano puede completar el tramite sin ayuda, esta listo.</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Checklist antes de declarar la fase cerrada.</a:t>
            </a:r>
          </a:p>
        </p:txBody>
      </p:sp>
      <p:sp>
        <p:nvSpPr>
          <p:cNvPr id="3" name="Rounded Rectangle 2"/>
          <p:cNvSpPr/>
          <p:nvPr/>
        </p:nvSpPr>
        <p:spPr>
          <a:xfrm>
            <a:off x="1371600" y="38862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Todos los tramites priorizados, modelados.</a:t>
            </a:r>
          </a:p>
        </p:txBody>
      </p:sp>
      <p:sp>
        <p:nvSpPr>
          <p:cNvPr id="5" name="Rounded Rectangle 4"/>
          <p:cNvSpPr/>
          <p:nvPr/>
        </p:nvSpPr>
        <p:spPr>
          <a:xfrm>
            <a:off x="1371600" y="470916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Cada uno validado con su area duena, con firma o confirmacion explicita.</a:t>
            </a:r>
          </a:p>
        </p:txBody>
      </p:sp>
      <p:sp>
        <p:nvSpPr>
          <p:cNvPr id="7" name="Rounded Rectangle 6"/>
          <p:cNvSpPr/>
          <p:nvPr/>
        </p:nvSpPr>
        <p:spPr>
          <a:xfrm>
            <a:off x="1371600" y="553212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Testing de punta a punta pasado, con ciudadano y operador.</a:t>
            </a:r>
          </a:p>
        </p:txBody>
      </p:sp>
      <p:sp>
        <p:nvSpPr>
          <p:cNvPr id="9" name="Rounded Rectangle 8"/>
          <p:cNvSpPr/>
          <p:nvPr/>
        </p:nvSpPr>
        <p:spPr>
          <a:xfrm>
            <a:off x="1371600" y="635508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Integraciones funcionando, sobre todo la de identidad.</a:t>
            </a:r>
          </a:p>
        </p:txBody>
      </p:sp>
      <p:sp>
        <p:nvSpPr>
          <p:cNvPr id="11" name="Rounded Rectangle 10"/>
          <p:cNvSpPr/>
          <p:nvPr/>
        </p:nvSpPr>
        <p:spPr>
          <a:xfrm>
            <a:off x="1371600" y="717804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Cero bugs criticos abiertos. Guia publica revisada.</a:t>
            </a:r>
          </a:p>
        </p:txBody>
      </p:sp>
      <p:sp>
        <p:nvSpPr>
          <p:cNvPr id="13" name="Rounded Rectangle 12"/>
          <p:cNvSpPr/>
          <p:nvPr/>
        </p:nvSpPr>
        <p:spPr>
          <a:xfrm>
            <a:off x="1371600" y="80010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77724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Imagen institucional aplicada. Dominio funcionando. Roles confirmados.</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Si encontras un bloqueo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Ese es el momento de escalar a Sovra.</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Un bug critico que no destrabas, una integracion que no responde, un area duena que rechaza el modelado y no logras mediar. Para eso esta el modelo de soporte que armaste en fases anteriores.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Lo que viene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Fase D: preparar la plataforma para produccion.</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Vas a capacitar a los operadores reales, montar el modelo de soporte ciudadano, armar la comunicacion de lanzamiento y hacer una ultima ronda de testing en condiciones lo mas parecidas posible a las de produccion. Dos semanas mas cortas pero mas intensas.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Cierras Fase C cuando un ciudadano externo,</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sin nadie al lado,</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puede completar el tramite y recibir su documento.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