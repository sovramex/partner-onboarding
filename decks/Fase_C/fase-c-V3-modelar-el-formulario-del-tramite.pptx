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18.0s · 45 palabras]</a:t>
            </a:r>
          </a:p>
          <a:p/>
          <a:p>
            <a:r>
              <a:t>El formulario es el cuestionario que completa el ciudadano. Es la primera pieza que vas a modelar y la que mas conversacion va a generar con el area duena, porque cada pregunta refleja una decision sobre que informacion necesita el gobierno para resolver la solicitud.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28.0s · 70 palabras]</a:t>
            </a:r>
          </a:p>
          <a:p/>
          <a:p>
            <a:r>
              <a:t>La plataforma te da varios tipos de preguntas. Texto libre, numeros, fechas, opciones para elegir, carga de archivos y campos que se completan a partir de un catalogo. Tambien puedes encadenar preguntas con logica condicional, para que ciertos campos solo aparezcan segun lo que el ciudadano respondio antes. Por ejemplo, si el ciudadano marca que el tramite es para un vehiculo, recien ahi aparece la pregunta del dominio del vehiculo.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22.4s · 56 palabras]</a:t>
            </a:r>
          </a:p>
          <a:p/>
          <a:p>
            <a:r>
              <a:t>Antes de empezar a modelar, conviene tener a mano el formulario en papel que el gobierno usa hoy. Esa hoja es la fuente mas honesta de que se pregunta y en que orden. Cualquier campo que este en el papel y no este en el formulario digital tiene que justificarse. Cualquier campo nuevo que agregues tambien.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24.8s · 62 palabras]</a:t>
            </a:r>
          </a:p>
          <a:p/>
          <a:p>
            <a:r>
              <a:t>Los catalogos son la pieza que se olvida mas seguido. Si una pregunta tiene una lista de opciones que ya existe en otro tramite, configurala una sola vez como catalogo y vinculala desde donde la necesites. La lista de localidades, los tipos de documento, las categorias de comercio, las areas internas del municipio. Todo eso vive una sola vez y se reutiliza.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17.2s · 43 palabras]</a:t>
            </a:r>
          </a:p>
          <a:p/>
          <a:p>
            <a:r>
              <a:t>La validacion de cada campo tambien se modela en esta etapa. Que es obligatorio, que formato tiene que tener, que archivos se aceptan, que tamano maximo. Cada validacion que defines es una sesion de soporte que no vas a tener que dar despues.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15.6s · 39 palabras]</a:t>
            </a:r>
          </a:p>
          <a:p/>
          <a:p>
            <a:r>
              <a:t>Cuando termines el formulario, hay una prueba rapida. Pidele a alguien del equipo del gobierno que lo complete como si fuera ciudadano. Si tarda mas de lo que tarda en hacer el tramite en ventanilla, algo esta de mas.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9.6s · 24 palabras]</a:t>
            </a:r>
          </a:p>
          <a:p/>
          <a:p>
            <a:r>
              <a:t>Un formulario bien modelado se siente mas corto de lo que en realidad es. Uno mal modelado pide cosas que el gobierno nunca necesito.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EA580C"/>
                </a:solidFill>
                <a:latin typeface="Figtree"/>
              </a:rPr>
              <a:t>FASE C</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Modelar el formulario</a:t>
            </a:r>
          </a:p>
          <a:p>
            <a:pPr algn="l">
              <a:lnSpc>
                <a:spcPct val="110000"/>
              </a:lnSpc>
            </a:pPr>
            <a:r>
              <a:rPr sz="8000" b="1" i="0">
                <a:solidFill>
                  <a:srgbClr val="0A0915"/>
                </a:solidFill>
                <a:latin typeface="Plus Jakarta Sans"/>
              </a:rPr>
              <a:t>del tramite.</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Cada pregunta refleja una decision sobre que informacion necesita el gobierno.</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1828800"/>
          </a:xfrm>
          <a:prstGeom prst="rect">
            <a:avLst/>
          </a:prstGeom>
          <a:noFill/>
        </p:spPr>
        <p:txBody>
          <a:bodyPr wrap="square" anchor="t" lIns="0" rIns="0" tIns="0" bIns="0">
            <a:spAutoFit/>
          </a:bodyPr>
          <a:lstStyle/>
          <a:p>
            <a:pPr algn="l">
              <a:lnSpc>
                <a:spcPct val="115000"/>
              </a:lnSpc>
            </a:pPr>
            <a:r>
              <a:rPr sz="4200" b="1" i="0">
                <a:solidFill>
                  <a:srgbClr val="0A0915"/>
                </a:solidFill>
                <a:latin typeface="Plus Jakarta Sans"/>
              </a:rPr>
              <a:t>Que te da la plataforma.</a:t>
            </a:r>
          </a:p>
        </p:txBody>
      </p:sp>
      <p:sp>
        <p:nvSpPr>
          <p:cNvPr id="3" name="Rounded Rectangle 2"/>
          <p:cNvSpPr/>
          <p:nvPr/>
        </p:nvSpPr>
        <p:spPr>
          <a:xfrm>
            <a:off x="1371600" y="388620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6576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Texto libre, numeros, fechas, opciones para elegir, carga de archivos.</a:t>
            </a:r>
          </a:p>
        </p:txBody>
      </p:sp>
      <p:sp>
        <p:nvSpPr>
          <p:cNvPr id="5" name="Rounded Rectangle 4"/>
          <p:cNvSpPr/>
          <p:nvPr/>
        </p:nvSpPr>
        <p:spPr>
          <a:xfrm>
            <a:off x="1371600" y="470916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48056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Campos que se completan a partir de un catalogo.</a:t>
            </a:r>
          </a:p>
        </p:txBody>
      </p:sp>
      <p:sp>
        <p:nvSpPr>
          <p:cNvPr id="7" name="Rounded Rectangle 6"/>
          <p:cNvSpPr/>
          <p:nvPr/>
        </p:nvSpPr>
        <p:spPr>
          <a:xfrm>
            <a:off x="1371600" y="553212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Logica condicional: que ciertos campos solo aparezcan segun respuestas previas.</a:t>
            </a:r>
          </a:p>
        </p:txBody>
      </p:sp>
      <p:sp>
        <p:nvSpPr>
          <p:cNvPr id="9" name="Rounded Rectangle 8"/>
          <p:cNvSpPr/>
          <p:nvPr/>
        </p:nvSpPr>
        <p:spPr>
          <a:xfrm>
            <a:off x="1371600" y="635508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612648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Ejemplo: si el ciudadano marca "vehiculo", recien ahi aparece la pregunta del dominio.</a:t>
            </a:r>
          </a:p>
        </p:txBody>
      </p:sp>
      <p:sp>
        <p:nvSpPr>
          <p:cNvPr id="11" name="TextBox 10"/>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EA580C"/>
                </a:solidFill>
                <a:latin typeface="Figtree"/>
              </a:rPr>
              <a:t>Antes de empezar</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Tene a mano el formulario en papel que el gobierno usa hoy.</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Esa hoja es la fuente mas honesta de que se pregunta y en que orden. Cualquier campo del papel que no este en el digital tiene que justificarse. Cualquier campo nuevo que agregues, tambien.</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EA580C"/>
                </a:solidFill>
                <a:latin typeface="Figtree"/>
              </a:rPr>
              <a:t>Lo que se olvida mas seguido</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Los catalogos viven una sola vez.</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Si una pregunta tiene una lista de opciones que ya existe en otro tramite, configurala como catalogo y vinculala desde donde la necesites. Localidades, tipos de documento, categorias de comercio, areas internas. Todo eso vive una sola vez y se reutiliza.</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EA580C"/>
                </a:solidFill>
                <a:latin typeface="Figtree"/>
              </a:rPr>
              <a:t>Validaciones por campo</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Cada validacion es una sesion de soporte que no vas a tener.</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Que es obligatorio, que formato tiene que tener, que archivos se aceptan, que tamano maximo.</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EA580C"/>
                </a:solidFill>
                <a:latin typeface="Figtree"/>
              </a:rPr>
              <a:t>La prueba rapida</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Pedile a alguien del gobierno que lo complete como si fuera ciudadano.</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Si tarda mas de lo que tarda en hacer el tramite en ventanilla, algo esta de mas.</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Un formulario bien modelado</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se siente mas corto de lo que es.</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Uno mal modelado pide cosas que el gobierno nunca necesito.</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