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6.4s · 16 palabras]</a:t>
            </a:r>
          </a:p>
          <a:p/>
          <a:p>
            <a:r>
              <a:t>Antes de la primera capacitación, tú tienes que conocer los temas a profundidad. Eso significa estudiar.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20.8s · 52 palabras]</a:t>
            </a:r>
          </a:p>
          <a:p/>
          <a:p>
            <a:r>
              <a:t>El Kit de Fase B trae material estándar, pero la preparación real no está ahí. Está en dos lugares: en sovra.io/es/knowledge y en los manuales de la plataforma. Esos manuales documentan cómo funciona cada módulo de SovraGov, paso a paso. Apariencia, catálogos, trámites, etapas, documento de salida, pagos, citas, inspectores, usuarios.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22.8s · 57 palabras]</a:t>
            </a:r>
          </a:p>
          <a:p/>
          <a:p>
            <a:r>
              <a:t>¿Por qué importa tanto? Porque el gobierno lo nota. Si te subís a una capacitación funcional sin haber tocado la plataforma o sin saber explicar por qué un catálogo se vincula a un trámite, lo van a percibir en los primeros quince minutos. Y a partir de ese momento perdiste autoridad para todo el resto del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38.0s · 95 palabras]</a:t>
            </a:r>
          </a:p>
          <a:p/>
          <a:p>
            <a:r>
              <a:t>La preparación se hace en concreto. Antes de la capacitación conceptual, repasas identidad digital, credenciales verificables, ventanilla digital e interoperabilidad. Tienes que poder explicarlos sin leer. Antes de la capacitación funcional, recorres la instancia sandbox completa. Haces tú mismo un trámite de punta a punta. Configuras un catálogo. Ajustas la apariencia. Si te trabas en algo, lo resuelves antes, no en la sesión. Y antes de la reunión técnica, leés la documentación de APIs y el plan técnico tipo. No para presentarlo, sino para anticipar las preguntas que el técnico del gobierno va a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7.2s · 18 palabras]</a:t>
            </a:r>
          </a:p>
          <a:p/>
          <a:p>
            <a:r>
              <a:t>No presentes lo que no entendés. La capacitación es el primer test público de tu dominio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3AED"/>
                </a:solidFill>
                <a:latin typeface="Figtree"/>
              </a:rPr>
              <a:t>FASE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Prepararte antes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de capacitar al gobierno.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Antes de la primera capacitación, tú tienes que conocer los temas a profundidad.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Dónde está la preparación real.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Lo que trae el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Material estándar de Fase B.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Es un punto de partida.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Dónde estudias de verdad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sovra.io/es/knowledge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y los manuales de la plataforma.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7C3AED"/>
                </a:solidFill>
                <a:latin typeface="Figtree"/>
              </a:rPr>
              <a:t>Por qué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El gobierno lo nota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en los primeros 15 minutos.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Si te subes a una capacitación funcional sin haber tocado la plataforma o sin saber explicar por qué un catálogo se vincula a un trámite, perdiste autoridad para todo el resto del ciclo.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La preparación se hace en concreto.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4572000"/>
            <a:ext cx="502920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7C3AED"/>
                </a:solidFill>
                <a:latin typeface="Plus Jakarta Sans"/>
              </a:rPr>
              <a:t>Antes de la conceptual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Repasas identidad digital, credenciales verificables, ventanilla digital e interoperabilidad. Tienes que poder explicarlos sin leer.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4572000"/>
            <a:ext cx="502920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7C3AED"/>
                </a:solidFill>
                <a:latin typeface="Plus Jakarta Sans"/>
              </a:rPr>
              <a:t>Antes de la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Recorres la instancia sandbox completa. Haces un trámite de punta a punta. Configuras un catálogo. Ajustas la apariencia.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158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15800" y="4572000"/>
            <a:ext cx="502920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815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7C3AED"/>
                </a:solidFill>
                <a:latin typeface="Plus Jakarta Sans"/>
              </a:rPr>
              <a:t>Antes de la técnica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Lees la documentación de APIs y el plan técnico tipo. No para presentarlo, sino para anticipar preguntas.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No presentes lo que no entendés.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La capacitación es el primer test público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de tu dominio del producto.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