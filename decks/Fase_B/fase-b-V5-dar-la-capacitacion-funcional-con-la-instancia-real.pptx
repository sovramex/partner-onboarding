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5.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Lst>
  <p:sldSz cy="10287000" cx="18288000"/>
  <p:notesSz cx="6858000" cy="9144000"/>
  <p:embeddedFontLst>
    <p:embeddedFont>
      <p:font typeface="Inter SemiBold"/>
      <p:regular r:id="rId12"/>
      <p:bold r:id="rId13"/>
      <p:italic r:id="rId14"/>
      <p:boldItalic r:id="rId15"/>
    </p:embeddedFont>
    <p:embeddedFont>
      <p:font typeface="Inter"/>
      <p:regular r:id="rId16"/>
      <p:bold r:id="rId17"/>
      <p:italic r:id="rId18"/>
      <p:boldItalic r:id="rId19"/>
    </p:embeddedFont>
    <p:embeddedFont>
      <p:font typeface="Inter Medium"/>
      <p:regular r:id="rId20"/>
      <p:bold r:id="rId21"/>
      <p:italic r:id="rId22"/>
      <p:boldItalic r:id="rId2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font" Target="fonts/InterMedium-regular.fntdata"/><Relationship Id="rId11" Type="http://schemas.openxmlformats.org/officeDocument/2006/relationships/slide" Target="slides/slide6.xml"/><Relationship Id="rId22" Type="http://schemas.openxmlformats.org/officeDocument/2006/relationships/font" Target="fonts/InterMedium-italic.fntdata"/><Relationship Id="rId10" Type="http://schemas.openxmlformats.org/officeDocument/2006/relationships/slide" Target="slides/slide5.xml"/><Relationship Id="rId21" Type="http://schemas.openxmlformats.org/officeDocument/2006/relationships/font" Target="fonts/InterMedium-bold.fntdata"/><Relationship Id="rId13" Type="http://schemas.openxmlformats.org/officeDocument/2006/relationships/font" Target="fonts/InterSemiBold-bold.fntdata"/><Relationship Id="rId12" Type="http://schemas.openxmlformats.org/officeDocument/2006/relationships/font" Target="fonts/InterSemiBold-regular.fntdata"/><Relationship Id="rId23" Type="http://schemas.openxmlformats.org/officeDocument/2006/relationships/font" Target="fonts/InterMedium-boldItalic.fntdata"/><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font" Target="fonts/InterSemiBold-boldItalic.fntdata"/><Relationship Id="rId14" Type="http://schemas.openxmlformats.org/officeDocument/2006/relationships/font" Target="fonts/InterSemiBold-italic.fntdata"/><Relationship Id="rId17" Type="http://schemas.openxmlformats.org/officeDocument/2006/relationships/font" Target="fonts/Inter-bold.fntdata"/><Relationship Id="rId16" Type="http://schemas.openxmlformats.org/officeDocument/2006/relationships/font" Target="fonts/Inter-regular.fntdata"/><Relationship Id="rId5" Type="http://schemas.openxmlformats.org/officeDocument/2006/relationships/notesMaster" Target="notesMasters/notesMaster1.xml"/><Relationship Id="rId19" Type="http://schemas.openxmlformats.org/officeDocument/2006/relationships/font" Target="fonts/Inter-boldItalic.fntdata"/><Relationship Id="rId6" Type="http://schemas.openxmlformats.org/officeDocument/2006/relationships/slide" Target="slides/slide1.xml"/><Relationship Id="rId18" Type="http://schemas.openxmlformats.org/officeDocument/2006/relationships/font" Target="fonts/Inter-italic.fntdata"/><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10.0s · 25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La segunda reunión es la Capacitación Funcional. Obligatoria, entre tres y cuatro horas, con el especialista funcional, el coordinador y el técnico del gobierno presentes.</a:t>
            </a:r>
            <a:endParaRPr/>
          </a:p>
        </p:txBody>
      </p:sp>
      <p:sp>
        <p:nvSpPr>
          <p:cNvPr id="83" name="Google Shape;83;p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1" name="Google Shape;91;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24.4s · 61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Esta es la reunión donde el gobierno deja de mirar diapositivas y empieza a tocar la plataforma. El objetivo no es que escuchen una presentación. Es que el especialista funcional opere la instancia real con sus propias manos. Si terminas la reunión y el especialista no abrió la plataforma, fallaste el objetivo, no importa qué tan completa haya sido tu presentación.</a:t>
            </a:r>
            <a:endParaRPr/>
          </a:p>
        </p:txBody>
      </p:sp>
      <p:sp>
        <p:nvSpPr>
          <p:cNvPr id="92" name="Google Shape;92;p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5" name="Google Shape;105;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21.2s · 53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La agenda cubre el recorrido completo. Landing y guía de trámites. Catálogos y configuración. El módulo de trámites con sus formularios, etapas y flujos. Inspecciones y citas. Pagos y notificaciones. Registro e identidad. Y, antes de cerrar, la entrega de accesos a la instancia y de los manuales para todo el equipo core.</a:t>
            </a:r>
            <a:endParaRPr/>
          </a:p>
        </p:txBody>
      </p:sp>
      <p:sp>
        <p:nvSpPr>
          <p:cNvPr id="106" name="Google Shape;106;p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 name="Shape 135"/>
        <p:cNvGrpSpPr/>
        <p:nvPr/>
      </p:nvGrpSpPr>
      <p:grpSpPr>
        <a:xfrm>
          <a:off x="0" y="0"/>
          <a:ext cx="0" cy="0"/>
          <a:chOff x="0" y="0"/>
          <a:chExt cx="0" cy="0"/>
        </a:xfrm>
      </p:grpSpPr>
      <p:sp>
        <p:nvSpPr>
          <p:cNvPr id="136" name="Google Shape;136;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7" name="Google Shape;137;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23.6s · 59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Hay un tip que vale más que la agenda. Capacitá con la instancia real, no con diapositivas. Las diapositivas sirven para dar contexto al principio, pero si el especialista funcional no toca la plataforma, no retiene nada. Esto es learning by doing, literal. Una sesión donde el partner habla cuatro horas y el gobierno escucha es una sesión perdida.</a:t>
            </a:r>
            <a:endParaRPr/>
          </a:p>
        </p:txBody>
      </p:sp>
      <p:sp>
        <p:nvSpPr>
          <p:cNvPr id="138" name="Google Shape;138;p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 name="Shape 153"/>
        <p:cNvGrpSpPr/>
        <p:nvPr/>
      </p:nvGrpSpPr>
      <p:grpSpPr>
        <a:xfrm>
          <a:off x="0" y="0"/>
          <a:ext cx="0" cy="0"/>
          <a:chOff x="0" y="0"/>
          <a:chExt cx="0" cy="0"/>
        </a:xfrm>
      </p:grpSpPr>
      <p:sp>
        <p:nvSpPr>
          <p:cNvPr id="154" name="Google Shape;154;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5" name="Google Shape;155;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19.6s · 49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Los entregables son específicos. El especialista funcional navega la plataforma sin ayuda. Los accesos quedan entregados a cada miembro del equipo core. Los manuales quedan compartidos. Y se arma una lista de dudas funcionales para resolver en las sesiones siguientes, porque no todo se cierra en una sola reunión.</a:t>
            </a:r>
            <a:endParaRPr/>
          </a:p>
        </p:txBody>
      </p:sp>
      <p:sp>
        <p:nvSpPr>
          <p:cNvPr id="156" name="Google Shape;156;p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1" name="Google Shape;181;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9.6s · 24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Una capacitación funcional sin instancia es una conferencia. La capacitación funcional con la instancia abierta es la única que se sostiene en el tiempo.</a:t>
            </a:r>
            <a:endParaRPr/>
          </a:p>
        </p:txBody>
      </p:sp>
      <p:sp>
        <p:nvSpPr>
          <p:cNvPr id="182" name="Google Shape;182;p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3"/>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3"/>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4"/>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5"/>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5"/>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6"/>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6"/>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7"/>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7"/>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7"/>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7"/>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9"/>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9"/>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9"/>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10"/>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10"/>
          <p:cNvSpPr/>
          <p:nvPr>
            <p:ph idx="2" type="pic"/>
          </p:nvPr>
        </p:nvSpPr>
        <p:spPr>
          <a:xfrm>
            <a:off x="1792288" y="612775"/>
            <a:ext cx="5486400" cy="4114800"/>
          </a:xfrm>
          <a:prstGeom prst="rect">
            <a:avLst/>
          </a:prstGeom>
          <a:noFill/>
          <a:ln>
            <a:noFill/>
          </a:ln>
        </p:spPr>
      </p:sp>
      <p:sp>
        <p:nvSpPr>
          <p:cNvPr id="64" name="Google Shape;64;p10"/>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1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1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1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1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11"/>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1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1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1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12"/>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12"/>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 name="Shape 84"/>
        <p:cNvGrpSpPr/>
        <p:nvPr/>
      </p:nvGrpSpPr>
      <p:grpSpPr>
        <a:xfrm>
          <a:off x="0" y="0"/>
          <a:ext cx="0" cy="0"/>
          <a:chOff x="0" y="0"/>
          <a:chExt cx="0" cy="0"/>
        </a:xfrm>
      </p:grpSpPr>
      <p:sp>
        <p:nvSpPr>
          <p:cNvPr id="85" name="Google Shape;85;p13"/>
          <p:cNvSpPr/>
          <p:nvPr/>
        </p:nvSpPr>
        <p:spPr>
          <a:xfrm>
            <a:off x="0" y="0"/>
            <a:ext cx="18288000" cy="22860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6" name="Google Shape;86;p13"/>
          <p:cNvSpPr txBox="1"/>
          <p:nvPr/>
        </p:nvSpPr>
        <p:spPr>
          <a:xfrm>
            <a:off x="1371600" y="3200400"/>
            <a:ext cx="15544800" cy="54864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n-US" sz="1800" u="none" cap="none" strike="noStrike">
                <a:solidFill>
                  <a:srgbClr val="7C3AED"/>
                </a:solidFill>
                <a:latin typeface="Inter"/>
                <a:ea typeface="Inter"/>
                <a:cs typeface="Inter"/>
                <a:sym typeface="Inter"/>
              </a:rPr>
              <a:t>FASE B</a:t>
            </a:r>
            <a:endParaRPr/>
          </a:p>
        </p:txBody>
      </p:sp>
      <p:sp>
        <p:nvSpPr>
          <p:cNvPr id="87" name="Google Shape;87;p13"/>
          <p:cNvSpPr txBox="1"/>
          <p:nvPr/>
        </p:nvSpPr>
        <p:spPr>
          <a:xfrm>
            <a:off x="1371600" y="3840480"/>
            <a:ext cx="15544800" cy="25860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8000" u="none" cap="none" strike="noStrike">
                <a:solidFill>
                  <a:srgbClr val="0A0915"/>
                </a:solidFill>
                <a:latin typeface="Inter"/>
                <a:ea typeface="Inter"/>
                <a:cs typeface="Inter"/>
                <a:sym typeface="Inter"/>
              </a:rPr>
              <a:t>La Capacitación</a:t>
            </a:r>
            <a:endParaRPr/>
          </a:p>
          <a:p>
            <a:pPr indent="0" lvl="0" marL="0" marR="0" rtl="0" algn="l">
              <a:lnSpc>
                <a:spcPct val="110000"/>
              </a:lnSpc>
              <a:spcBef>
                <a:spcPts val="0"/>
              </a:spcBef>
              <a:spcAft>
                <a:spcPts val="0"/>
              </a:spcAft>
              <a:buNone/>
            </a:pPr>
            <a:r>
              <a:rPr b="1" i="0" lang="en-US" sz="8000" u="none" cap="none" strike="noStrike">
                <a:solidFill>
                  <a:srgbClr val="0A0915"/>
                </a:solidFill>
                <a:latin typeface="Inter"/>
                <a:ea typeface="Inter"/>
                <a:cs typeface="Inter"/>
                <a:sym typeface="Inter"/>
              </a:rPr>
              <a:t>Funcional</a:t>
            </a:r>
            <a:endParaRPr/>
          </a:p>
        </p:txBody>
      </p:sp>
      <p:sp>
        <p:nvSpPr>
          <p:cNvPr id="88" name="Google Shape;88;p13"/>
          <p:cNvSpPr txBox="1"/>
          <p:nvPr/>
        </p:nvSpPr>
        <p:spPr>
          <a:xfrm>
            <a:off x="1371600" y="6517900"/>
            <a:ext cx="15544800" cy="3387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0" i="0" lang="en-US" sz="2200" u="none" cap="none" strike="noStrike">
                <a:solidFill>
                  <a:srgbClr val="888888"/>
                </a:solidFill>
                <a:latin typeface="Inter"/>
                <a:ea typeface="Inter"/>
                <a:cs typeface="Inter"/>
                <a:sym typeface="Inter"/>
              </a:rPr>
              <a:t>Obligatoria · 3 a 4 horas · especialista funcional, coordinador y técnico del gobierno.</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 name="Shape 93"/>
        <p:cNvGrpSpPr/>
        <p:nvPr/>
      </p:nvGrpSpPr>
      <p:grpSpPr>
        <a:xfrm>
          <a:off x="0" y="0"/>
          <a:ext cx="0" cy="0"/>
          <a:chOff x="0" y="0"/>
          <a:chExt cx="0" cy="0"/>
        </a:xfrm>
      </p:grpSpPr>
      <p:sp>
        <p:nvSpPr>
          <p:cNvPr id="94" name="Google Shape;94;p14"/>
          <p:cNvSpPr/>
          <p:nvPr/>
        </p:nvSpPr>
        <p:spPr>
          <a:xfrm>
            <a:off x="0" y="0"/>
            <a:ext cx="18288000" cy="228600"/>
          </a:xfrm>
          <a:prstGeom prst="rect">
            <a:avLst/>
          </a:prstGeom>
          <a:solidFill>
            <a:srgbClr val="7C3AED"/>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95" name="Google Shape;95;p14"/>
          <p:cNvSpPr txBox="1"/>
          <p:nvPr/>
        </p:nvSpPr>
        <p:spPr>
          <a:xfrm>
            <a:off x="1371600" y="1371600"/>
            <a:ext cx="15544800" cy="2095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US" sz="5600">
                <a:solidFill>
                  <a:srgbClr val="0A0915"/>
                </a:solidFill>
                <a:latin typeface="Inter"/>
                <a:ea typeface="Inter"/>
                <a:cs typeface="Inter"/>
                <a:sym typeface="Inter"/>
              </a:rPr>
              <a:t>El especialista funcional</a:t>
            </a:r>
            <a:endParaRPr b="1" sz="5600">
              <a:solidFill>
                <a:srgbClr val="0A0915"/>
              </a:solidFill>
              <a:latin typeface="Inter"/>
              <a:ea typeface="Inter"/>
              <a:cs typeface="Inter"/>
              <a:sym typeface="Inter"/>
            </a:endParaRPr>
          </a:p>
          <a:p>
            <a:pPr indent="0" lvl="0" marL="0" rtl="0" algn="l">
              <a:spcBef>
                <a:spcPts val="0"/>
              </a:spcBef>
              <a:spcAft>
                <a:spcPts val="0"/>
              </a:spcAft>
              <a:buNone/>
            </a:pPr>
            <a:r>
              <a:rPr b="1" lang="en-US" sz="5600">
                <a:solidFill>
                  <a:srgbClr val="7C3AED"/>
                </a:solidFill>
                <a:latin typeface="Inter"/>
                <a:ea typeface="Inter"/>
                <a:cs typeface="Inter"/>
                <a:sym typeface="Inter"/>
              </a:rPr>
              <a:t>opera la instancia real</a:t>
            </a:r>
            <a:endParaRPr b="1" sz="5600">
              <a:solidFill>
                <a:srgbClr val="7C3AED"/>
              </a:solidFill>
              <a:latin typeface="Inter"/>
              <a:ea typeface="Inter"/>
              <a:cs typeface="Inter"/>
              <a:sym typeface="Inter"/>
            </a:endParaRPr>
          </a:p>
        </p:txBody>
      </p:sp>
      <p:grpSp>
        <p:nvGrpSpPr>
          <p:cNvPr id="96" name="Google Shape;96;p14"/>
          <p:cNvGrpSpPr/>
          <p:nvPr/>
        </p:nvGrpSpPr>
        <p:grpSpPr>
          <a:xfrm>
            <a:off x="1371600" y="4191000"/>
            <a:ext cx="15544800" cy="3810000"/>
            <a:chOff x="1371600" y="4191000"/>
            <a:chExt cx="15544800" cy="3810000"/>
          </a:xfrm>
        </p:grpSpPr>
        <p:sp>
          <p:nvSpPr>
            <p:cNvPr id="97" name="Google Shape;97;p14"/>
            <p:cNvSpPr/>
            <p:nvPr/>
          </p:nvSpPr>
          <p:spPr>
            <a:xfrm>
              <a:off x="1371600" y="4191000"/>
              <a:ext cx="15544800" cy="3810000"/>
            </a:xfrm>
            <a:prstGeom prst="roundRect">
              <a:avLst>
                <a:gd fmla="val 10000" name="adj"/>
              </a:avLst>
            </a:prstGeom>
            <a:solidFill>
              <a:srgbClr val="F8F9FA"/>
            </a:solidFill>
            <a:ln cap="flat" cmpd="sng" w="19050">
              <a:solidFill>
                <a:srgbClr val="E5E7E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98" name="Google Shape;98;p14"/>
            <p:cNvSpPr txBox="1"/>
            <p:nvPr/>
          </p:nvSpPr>
          <p:spPr>
            <a:xfrm>
              <a:off x="2095500" y="4659630"/>
              <a:ext cx="952500" cy="952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lang="en-US" sz="6000">
                  <a:solidFill>
                    <a:srgbClr val="7C3AED"/>
                  </a:solidFill>
                  <a:latin typeface="Material Icons"/>
                  <a:ea typeface="Material Icons"/>
                  <a:cs typeface="Material Icons"/>
                  <a:sym typeface="Material Icons"/>
                </a:rPr>
                <a:t></a:t>
              </a:r>
              <a:endParaRPr sz="6000">
                <a:solidFill>
                  <a:srgbClr val="7C3AED"/>
                </a:solidFill>
                <a:latin typeface="Material Icons"/>
                <a:ea typeface="Material Icons"/>
                <a:cs typeface="Material Icons"/>
                <a:sym typeface="Material Icons"/>
              </a:endParaRPr>
            </a:p>
          </p:txBody>
        </p:sp>
        <p:sp>
          <p:nvSpPr>
            <p:cNvPr id="99" name="Google Shape;99;p14"/>
            <p:cNvSpPr txBox="1"/>
            <p:nvPr/>
          </p:nvSpPr>
          <p:spPr>
            <a:xfrm>
              <a:off x="3429000" y="4572000"/>
              <a:ext cx="12763500" cy="3048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0" lang="en-US" sz="2800">
                  <a:solidFill>
                    <a:srgbClr val="0A0915"/>
                  </a:solidFill>
                  <a:latin typeface="Inter"/>
                  <a:ea typeface="Inter"/>
                  <a:cs typeface="Inter"/>
                  <a:sym typeface="Inter"/>
                </a:rPr>
                <a:t>Esta es la reunión donde el gobierno deja de mirar diapositivas y </a:t>
              </a:r>
              <a:r>
                <a:rPr b="1" lang="en-US" sz="2800">
                  <a:solidFill>
                    <a:srgbClr val="0A0915"/>
                  </a:solidFill>
                  <a:latin typeface="Inter"/>
                  <a:ea typeface="Inter"/>
                  <a:cs typeface="Inter"/>
                  <a:sym typeface="Inter"/>
                </a:rPr>
                <a:t>empieza a tocar la plataforma</a:t>
              </a:r>
              <a:r>
                <a:rPr b="0" lang="en-US" sz="2800">
                  <a:solidFill>
                    <a:srgbClr val="0A0915"/>
                  </a:solidFill>
                  <a:latin typeface="Inter"/>
                  <a:ea typeface="Inter"/>
                  <a:cs typeface="Inter"/>
                  <a:sym typeface="Inter"/>
                </a:rPr>
                <a:t>.</a:t>
              </a:r>
              <a:endParaRPr b="0" sz="2800">
                <a:solidFill>
                  <a:srgbClr val="0A0915"/>
                </a:solidFill>
                <a:latin typeface="Inter"/>
                <a:ea typeface="Inter"/>
                <a:cs typeface="Inter"/>
                <a:sym typeface="Inter"/>
              </a:endParaRPr>
            </a:p>
            <a:p>
              <a:pPr indent="0" lvl="0" marL="0" rtl="0" algn="l">
                <a:spcBef>
                  <a:spcPts val="1875"/>
                </a:spcBef>
                <a:spcAft>
                  <a:spcPts val="0"/>
                </a:spcAft>
                <a:buNone/>
              </a:pPr>
              <a:r>
                <a:rPr b="1" lang="en-US" sz="2200">
                  <a:solidFill>
                    <a:srgbClr val="DC2626"/>
                  </a:solidFill>
                  <a:latin typeface="Inter"/>
                  <a:ea typeface="Inter"/>
                  <a:cs typeface="Inter"/>
                  <a:sym typeface="Inter"/>
                </a:rPr>
                <a:t>Si terminas la reunión y el especialista no abrió la plataforma, fallaste el objetivo.</a:t>
              </a:r>
              <a:endParaRPr b="1" sz="2200">
                <a:solidFill>
                  <a:srgbClr val="DC2626"/>
                </a:solidFill>
                <a:latin typeface="Inter"/>
                <a:ea typeface="Inter"/>
                <a:cs typeface="Inter"/>
                <a:sym typeface="Inter"/>
              </a:endParaRPr>
            </a:p>
          </p:txBody>
        </p:sp>
      </p:grpSp>
      <p:grpSp>
        <p:nvGrpSpPr>
          <p:cNvPr id="100" name="Google Shape;100;p14"/>
          <p:cNvGrpSpPr/>
          <p:nvPr/>
        </p:nvGrpSpPr>
        <p:grpSpPr>
          <a:xfrm>
            <a:off x="1371600" y="8382000"/>
            <a:ext cx="15544800" cy="762000"/>
            <a:chOff x="1371600" y="8382000"/>
            <a:chExt cx="15544800" cy="762000"/>
          </a:xfrm>
        </p:grpSpPr>
        <p:sp>
          <p:nvSpPr>
            <p:cNvPr id="101" name="Google Shape;101;p14"/>
            <p:cNvSpPr/>
            <p:nvPr/>
          </p:nvSpPr>
          <p:spPr>
            <a:xfrm>
              <a:off x="1371600" y="8382000"/>
              <a:ext cx="15544800" cy="762000"/>
            </a:xfrm>
            <a:prstGeom prst="roundRect">
              <a:avLst>
                <a:gd fmla="val 12500" name="adj"/>
              </a:avLst>
            </a:prstGeom>
            <a:solidFill>
              <a:srgbClr val="EEF2FF"/>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02" name="Google Shape;102;p14"/>
            <p:cNvSpPr txBox="1"/>
            <p:nvPr/>
          </p:nvSpPr>
          <p:spPr>
            <a:xfrm>
              <a:off x="1371600" y="8382000"/>
              <a:ext cx="15544800" cy="762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0" lang="en-US" sz="1800">
                  <a:solidFill>
                    <a:srgbClr val="4338CA"/>
                  </a:solidFill>
                  <a:latin typeface="Inter SemiBold"/>
                  <a:ea typeface="Inter SemiBold"/>
                  <a:cs typeface="Inter SemiBold"/>
                  <a:sym typeface="Inter SemiBold"/>
                </a:rPr>
                <a:t>Principio fundamental: Hands-on de principio a fin.</a:t>
              </a:r>
              <a:endParaRPr b="0" sz="1800">
                <a:solidFill>
                  <a:srgbClr val="4338CA"/>
                </a:solidFill>
                <a:latin typeface="Inter SemiBold"/>
                <a:ea typeface="Inter SemiBold"/>
                <a:cs typeface="Inter SemiBold"/>
                <a:sym typeface="Inter SemiBold"/>
              </a:endParaRPr>
            </a:p>
          </p:txBody>
        </p:sp>
      </p:gr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sp>
        <p:nvSpPr>
          <p:cNvPr id="108" name="Google Shape;108;p15"/>
          <p:cNvSpPr/>
          <p:nvPr/>
        </p:nvSpPr>
        <p:spPr>
          <a:xfrm>
            <a:off x="0" y="0"/>
            <a:ext cx="18288000" cy="228600"/>
          </a:xfrm>
          <a:prstGeom prst="rect">
            <a:avLst/>
          </a:prstGeom>
          <a:solidFill>
            <a:srgbClr val="7C3AED"/>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09" name="Google Shape;109;p15"/>
          <p:cNvSpPr txBox="1"/>
          <p:nvPr/>
        </p:nvSpPr>
        <p:spPr>
          <a:xfrm>
            <a:off x="1371600" y="952500"/>
            <a:ext cx="15544800" cy="861900"/>
          </a:xfrm>
          <a:prstGeom prst="rect">
            <a:avLst/>
          </a:prstGeom>
          <a:solidFill>
            <a:srgbClr val="000000">
              <a:alpha val="0"/>
            </a:srgbClr>
          </a:solidFill>
          <a:ln>
            <a:noFill/>
          </a:ln>
        </p:spPr>
        <p:txBody>
          <a:bodyPr anchorCtr="0" anchor="b" bIns="0" lIns="0" spcFirstLastPara="1" rIns="0" wrap="square" tIns="0">
            <a:spAutoFit/>
          </a:bodyPr>
          <a:lstStyle/>
          <a:p>
            <a:pPr indent="0" lvl="0" marL="0" rtl="0" algn="l">
              <a:spcBef>
                <a:spcPts val="0"/>
              </a:spcBef>
              <a:spcAft>
                <a:spcPts val="0"/>
              </a:spcAft>
              <a:buNone/>
            </a:pPr>
            <a:r>
              <a:rPr b="1" lang="en-US" sz="5600">
                <a:solidFill>
                  <a:srgbClr val="0A0915"/>
                </a:solidFill>
                <a:latin typeface="Inter"/>
                <a:ea typeface="Inter"/>
                <a:cs typeface="Inter"/>
                <a:sym typeface="Inter"/>
              </a:rPr>
              <a:t>La agenda cubre el </a:t>
            </a:r>
            <a:r>
              <a:rPr b="1" lang="en-US" sz="5600">
                <a:solidFill>
                  <a:srgbClr val="7C3AED"/>
                </a:solidFill>
                <a:latin typeface="Inter"/>
                <a:ea typeface="Inter"/>
                <a:cs typeface="Inter"/>
                <a:sym typeface="Inter"/>
              </a:rPr>
              <a:t>recorrido completo</a:t>
            </a:r>
            <a:endParaRPr b="1" sz="5600">
              <a:solidFill>
                <a:srgbClr val="0A0915"/>
              </a:solidFill>
              <a:latin typeface="Inter"/>
              <a:ea typeface="Inter"/>
              <a:cs typeface="Inter"/>
              <a:sym typeface="Inter"/>
            </a:endParaRPr>
          </a:p>
        </p:txBody>
      </p:sp>
      <p:grpSp>
        <p:nvGrpSpPr>
          <p:cNvPr id="110" name="Google Shape;110;p15"/>
          <p:cNvGrpSpPr/>
          <p:nvPr/>
        </p:nvGrpSpPr>
        <p:grpSpPr>
          <a:xfrm>
            <a:off x="1371600" y="2667000"/>
            <a:ext cx="15544800" cy="6858000"/>
            <a:chOff x="1371600" y="2667000"/>
            <a:chExt cx="15544800" cy="6858000"/>
          </a:xfrm>
        </p:grpSpPr>
        <p:grpSp>
          <p:nvGrpSpPr>
            <p:cNvPr id="111" name="Google Shape;111;p15"/>
            <p:cNvGrpSpPr/>
            <p:nvPr/>
          </p:nvGrpSpPr>
          <p:grpSpPr>
            <a:xfrm>
              <a:off x="1371600" y="2667000"/>
              <a:ext cx="4876800" cy="3238500"/>
              <a:chOff x="1371600" y="2667000"/>
              <a:chExt cx="4876800" cy="3238500"/>
            </a:xfrm>
          </p:grpSpPr>
          <p:sp>
            <p:nvSpPr>
              <p:cNvPr id="112" name="Google Shape;112;p15"/>
              <p:cNvSpPr/>
              <p:nvPr/>
            </p:nvSpPr>
            <p:spPr>
              <a:xfrm>
                <a:off x="1371600" y="2667000"/>
                <a:ext cx="4876800" cy="3238500"/>
              </a:xfrm>
              <a:prstGeom prst="roundRect">
                <a:avLst>
                  <a:gd fmla="val 7058" name="adj"/>
                </a:avLst>
              </a:prstGeom>
              <a:solidFill>
                <a:srgbClr val="F8F9FA"/>
              </a:solidFill>
              <a:ln cap="flat" cmpd="sng" w="19050">
                <a:solidFill>
                  <a:srgbClr val="E5E7E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13" name="Google Shape;113;p15"/>
              <p:cNvSpPr txBox="1"/>
              <p:nvPr/>
            </p:nvSpPr>
            <p:spPr>
              <a:xfrm>
                <a:off x="1657350" y="3022854"/>
                <a:ext cx="762000" cy="762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US" sz="4800">
                    <a:solidFill>
                      <a:srgbClr val="7C3AED"/>
                    </a:solidFill>
                    <a:latin typeface="Material Icons"/>
                    <a:ea typeface="Material Icons"/>
                    <a:cs typeface="Material Icons"/>
                    <a:sym typeface="Material Icons"/>
                  </a:rPr>
                  <a:t></a:t>
                </a:r>
                <a:endParaRPr sz="4800">
                  <a:solidFill>
                    <a:srgbClr val="7C3AED"/>
                  </a:solidFill>
                  <a:latin typeface="Material Icons"/>
                  <a:ea typeface="Material Icons"/>
                  <a:cs typeface="Material Icons"/>
                  <a:sym typeface="Material Icons"/>
                </a:endParaRPr>
              </a:p>
            </p:txBody>
          </p:sp>
          <p:sp>
            <p:nvSpPr>
              <p:cNvPr id="114" name="Google Shape;114;p15"/>
              <p:cNvSpPr txBox="1"/>
              <p:nvPr/>
            </p:nvSpPr>
            <p:spPr>
              <a:xfrm>
                <a:off x="1657350" y="3905250"/>
                <a:ext cx="4305300" cy="1714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US" sz="2400">
                    <a:solidFill>
                      <a:srgbClr val="0A0915"/>
                    </a:solidFill>
                    <a:latin typeface="Inter"/>
                    <a:ea typeface="Inter"/>
                    <a:cs typeface="Inter"/>
                    <a:sym typeface="Inter"/>
                  </a:rPr>
                  <a:t>Landing y guía</a:t>
                </a:r>
                <a:endParaRPr b="1" sz="2400">
                  <a:solidFill>
                    <a:srgbClr val="0A0915"/>
                  </a:solidFill>
                  <a:latin typeface="Inter"/>
                  <a:ea typeface="Inter"/>
                  <a:cs typeface="Inter"/>
                  <a:sym typeface="Inter"/>
                </a:endParaRPr>
              </a:p>
              <a:p>
                <a:pPr indent="0" lvl="0" marL="0" rtl="0" algn="l">
                  <a:spcBef>
                    <a:spcPts val="900"/>
                  </a:spcBef>
                  <a:spcAft>
                    <a:spcPts val="0"/>
                  </a:spcAft>
                  <a:buNone/>
                </a:pPr>
                <a:r>
                  <a:rPr b="0" lang="en-US" sz="1600">
                    <a:solidFill>
                      <a:srgbClr val="6B7280"/>
                    </a:solidFill>
                    <a:latin typeface="Inter"/>
                    <a:ea typeface="Inter"/>
                    <a:cs typeface="Inter"/>
                    <a:sym typeface="Inter"/>
                  </a:rPr>
                  <a:t>Primer contacto y navegación inicial de trámites.</a:t>
                </a:r>
                <a:endParaRPr b="0" sz="1600">
                  <a:solidFill>
                    <a:srgbClr val="6B7280"/>
                  </a:solidFill>
                  <a:latin typeface="Inter"/>
                  <a:ea typeface="Inter"/>
                  <a:cs typeface="Inter"/>
                  <a:sym typeface="Inter"/>
                </a:endParaRPr>
              </a:p>
            </p:txBody>
          </p:sp>
        </p:grpSp>
        <p:grpSp>
          <p:nvGrpSpPr>
            <p:cNvPr id="115" name="Google Shape;115;p15"/>
            <p:cNvGrpSpPr/>
            <p:nvPr/>
          </p:nvGrpSpPr>
          <p:grpSpPr>
            <a:xfrm>
              <a:off x="6705600" y="2667000"/>
              <a:ext cx="4876800" cy="3238500"/>
              <a:chOff x="6705600" y="2667000"/>
              <a:chExt cx="4876800" cy="3238500"/>
            </a:xfrm>
          </p:grpSpPr>
          <p:sp>
            <p:nvSpPr>
              <p:cNvPr id="116" name="Google Shape;116;p15"/>
              <p:cNvSpPr/>
              <p:nvPr/>
            </p:nvSpPr>
            <p:spPr>
              <a:xfrm>
                <a:off x="6705600" y="2667000"/>
                <a:ext cx="4876800" cy="3238500"/>
              </a:xfrm>
              <a:prstGeom prst="roundRect">
                <a:avLst>
                  <a:gd fmla="val 7058" name="adj"/>
                </a:avLst>
              </a:prstGeom>
              <a:solidFill>
                <a:srgbClr val="F8F9FA"/>
              </a:solidFill>
              <a:ln cap="flat" cmpd="sng" w="19050">
                <a:solidFill>
                  <a:srgbClr val="E5E7E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17" name="Google Shape;117;p15"/>
              <p:cNvSpPr txBox="1"/>
              <p:nvPr/>
            </p:nvSpPr>
            <p:spPr>
              <a:xfrm>
                <a:off x="6991350" y="3022854"/>
                <a:ext cx="762000" cy="762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US" sz="4800">
                    <a:solidFill>
                      <a:srgbClr val="7C3AED"/>
                    </a:solidFill>
                    <a:latin typeface="Material Icons"/>
                    <a:ea typeface="Material Icons"/>
                    <a:cs typeface="Material Icons"/>
                    <a:sym typeface="Material Icons"/>
                  </a:rPr>
                  <a:t></a:t>
                </a:r>
                <a:endParaRPr sz="4800">
                  <a:solidFill>
                    <a:srgbClr val="7C3AED"/>
                  </a:solidFill>
                  <a:latin typeface="Material Icons"/>
                  <a:ea typeface="Material Icons"/>
                  <a:cs typeface="Material Icons"/>
                  <a:sym typeface="Material Icons"/>
                </a:endParaRPr>
              </a:p>
            </p:txBody>
          </p:sp>
          <p:sp>
            <p:nvSpPr>
              <p:cNvPr id="118" name="Google Shape;118;p15"/>
              <p:cNvSpPr txBox="1"/>
              <p:nvPr/>
            </p:nvSpPr>
            <p:spPr>
              <a:xfrm>
                <a:off x="6991350" y="3905250"/>
                <a:ext cx="4305300" cy="1714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US" sz="2400">
                    <a:solidFill>
                      <a:srgbClr val="0A0915"/>
                    </a:solidFill>
                    <a:latin typeface="Inter"/>
                    <a:ea typeface="Inter"/>
                    <a:cs typeface="Inter"/>
                    <a:sym typeface="Inter"/>
                  </a:rPr>
                  <a:t>Catálogos</a:t>
                </a:r>
                <a:endParaRPr b="1" sz="2400">
                  <a:solidFill>
                    <a:srgbClr val="0A0915"/>
                  </a:solidFill>
                  <a:latin typeface="Inter"/>
                  <a:ea typeface="Inter"/>
                  <a:cs typeface="Inter"/>
                  <a:sym typeface="Inter"/>
                </a:endParaRPr>
              </a:p>
              <a:p>
                <a:pPr indent="0" lvl="0" marL="0" rtl="0" algn="l">
                  <a:spcBef>
                    <a:spcPts val="900"/>
                  </a:spcBef>
                  <a:spcAft>
                    <a:spcPts val="0"/>
                  </a:spcAft>
                  <a:buNone/>
                </a:pPr>
                <a:r>
                  <a:rPr b="0" lang="en-US" sz="1600">
                    <a:solidFill>
                      <a:srgbClr val="6B7280"/>
                    </a:solidFill>
                    <a:latin typeface="Inter"/>
                    <a:ea typeface="Inter"/>
                    <a:cs typeface="Inter"/>
                    <a:sym typeface="Inter"/>
                  </a:rPr>
                  <a:t>Configuración completa de servicios y catálogos.</a:t>
                </a:r>
                <a:endParaRPr b="0" sz="1600">
                  <a:solidFill>
                    <a:srgbClr val="6B7280"/>
                  </a:solidFill>
                  <a:latin typeface="Inter"/>
                  <a:ea typeface="Inter"/>
                  <a:cs typeface="Inter"/>
                  <a:sym typeface="Inter"/>
                </a:endParaRPr>
              </a:p>
            </p:txBody>
          </p:sp>
        </p:grpSp>
        <p:grpSp>
          <p:nvGrpSpPr>
            <p:cNvPr id="119" name="Google Shape;119;p15"/>
            <p:cNvGrpSpPr/>
            <p:nvPr/>
          </p:nvGrpSpPr>
          <p:grpSpPr>
            <a:xfrm>
              <a:off x="12039600" y="2667000"/>
              <a:ext cx="4876800" cy="3238500"/>
              <a:chOff x="12039600" y="2667000"/>
              <a:chExt cx="4876800" cy="3238500"/>
            </a:xfrm>
          </p:grpSpPr>
          <p:sp>
            <p:nvSpPr>
              <p:cNvPr id="120" name="Google Shape;120;p15"/>
              <p:cNvSpPr/>
              <p:nvPr/>
            </p:nvSpPr>
            <p:spPr>
              <a:xfrm>
                <a:off x="12039600" y="2667000"/>
                <a:ext cx="4876800" cy="3238500"/>
              </a:xfrm>
              <a:prstGeom prst="roundRect">
                <a:avLst>
                  <a:gd fmla="val 7058" name="adj"/>
                </a:avLst>
              </a:prstGeom>
              <a:solidFill>
                <a:srgbClr val="F8F9FA"/>
              </a:solidFill>
              <a:ln cap="flat" cmpd="sng" w="19050">
                <a:solidFill>
                  <a:srgbClr val="E5E7E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21" name="Google Shape;121;p15"/>
              <p:cNvSpPr txBox="1"/>
              <p:nvPr/>
            </p:nvSpPr>
            <p:spPr>
              <a:xfrm>
                <a:off x="12325350" y="3022854"/>
                <a:ext cx="762000" cy="762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US" sz="4800">
                    <a:solidFill>
                      <a:srgbClr val="7C3AED"/>
                    </a:solidFill>
                    <a:latin typeface="Material Icons"/>
                    <a:ea typeface="Material Icons"/>
                    <a:cs typeface="Material Icons"/>
                    <a:sym typeface="Material Icons"/>
                  </a:rPr>
                  <a:t></a:t>
                </a:r>
                <a:endParaRPr sz="4800">
                  <a:solidFill>
                    <a:srgbClr val="7C3AED"/>
                  </a:solidFill>
                  <a:latin typeface="Material Icons"/>
                  <a:ea typeface="Material Icons"/>
                  <a:cs typeface="Material Icons"/>
                  <a:sym typeface="Material Icons"/>
                </a:endParaRPr>
              </a:p>
            </p:txBody>
          </p:sp>
          <p:sp>
            <p:nvSpPr>
              <p:cNvPr id="122" name="Google Shape;122;p15"/>
              <p:cNvSpPr txBox="1"/>
              <p:nvPr/>
            </p:nvSpPr>
            <p:spPr>
              <a:xfrm>
                <a:off x="12325350" y="3905250"/>
                <a:ext cx="4305300" cy="1714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US" sz="2400">
                    <a:solidFill>
                      <a:srgbClr val="0A0915"/>
                    </a:solidFill>
                    <a:latin typeface="Inter"/>
                    <a:ea typeface="Inter"/>
                    <a:cs typeface="Inter"/>
                    <a:sym typeface="Inter"/>
                  </a:rPr>
                  <a:t>Trámites y Flujos</a:t>
                </a:r>
                <a:endParaRPr b="1" sz="2400">
                  <a:solidFill>
                    <a:srgbClr val="0A0915"/>
                  </a:solidFill>
                  <a:latin typeface="Inter"/>
                  <a:ea typeface="Inter"/>
                  <a:cs typeface="Inter"/>
                  <a:sym typeface="Inter"/>
                </a:endParaRPr>
              </a:p>
              <a:p>
                <a:pPr indent="0" lvl="0" marL="0" rtl="0" algn="l">
                  <a:spcBef>
                    <a:spcPts val="900"/>
                  </a:spcBef>
                  <a:spcAft>
                    <a:spcPts val="0"/>
                  </a:spcAft>
                  <a:buNone/>
                </a:pPr>
                <a:r>
                  <a:rPr b="0" lang="en-US" sz="1600">
                    <a:solidFill>
                      <a:srgbClr val="6B7280"/>
                    </a:solidFill>
                    <a:latin typeface="Inter"/>
                    <a:ea typeface="Inter"/>
                    <a:cs typeface="Inter"/>
                    <a:sym typeface="Inter"/>
                  </a:rPr>
                  <a:t>Formularios, etapas dinámicas y flujos de trabajo.</a:t>
                </a:r>
                <a:endParaRPr b="0" sz="1600">
                  <a:solidFill>
                    <a:srgbClr val="6B7280"/>
                  </a:solidFill>
                  <a:latin typeface="Inter"/>
                  <a:ea typeface="Inter"/>
                  <a:cs typeface="Inter"/>
                  <a:sym typeface="Inter"/>
                </a:endParaRPr>
              </a:p>
            </p:txBody>
          </p:sp>
        </p:grpSp>
        <p:grpSp>
          <p:nvGrpSpPr>
            <p:cNvPr id="123" name="Google Shape;123;p15"/>
            <p:cNvGrpSpPr/>
            <p:nvPr/>
          </p:nvGrpSpPr>
          <p:grpSpPr>
            <a:xfrm>
              <a:off x="1371600" y="6286500"/>
              <a:ext cx="4876800" cy="3238500"/>
              <a:chOff x="1371600" y="6286500"/>
              <a:chExt cx="4876800" cy="3238500"/>
            </a:xfrm>
          </p:grpSpPr>
          <p:sp>
            <p:nvSpPr>
              <p:cNvPr id="124" name="Google Shape;124;p15"/>
              <p:cNvSpPr/>
              <p:nvPr/>
            </p:nvSpPr>
            <p:spPr>
              <a:xfrm>
                <a:off x="1371600" y="6286500"/>
                <a:ext cx="4876800" cy="3238500"/>
              </a:xfrm>
              <a:prstGeom prst="roundRect">
                <a:avLst>
                  <a:gd fmla="val 7058" name="adj"/>
                </a:avLst>
              </a:prstGeom>
              <a:solidFill>
                <a:srgbClr val="F8F9FA"/>
              </a:solidFill>
              <a:ln cap="flat" cmpd="sng" w="19050">
                <a:solidFill>
                  <a:srgbClr val="E5E7E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25" name="Google Shape;125;p15"/>
              <p:cNvSpPr txBox="1"/>
              <p:nvPr/>
            </p:nvSpPr>
            <p:spPr>
              <a:xfrm>
                <a:off x="1657350" y="6642354"/>
                <a:ext cx="762000" cy="762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US" sz="4800">
                    <a:solidFill>
                      <a:srgbClr val="7C3AED"/>
                    </a:solidFill>
                    <a:latin typeface="Material Icons"/>
                    <a:ea typeface="Material Icons"/>
                    <a:cs typeface="Material Icons"/>
                    <a:sym typeface="Material Icons"/>
                  </a:rPr>
                  <a:t></a:t>
                </a:r>
                <a:endParaRPr sz="4800">
                  <a:solidFill>
                    <a:srgbClr val="7C3AED"/>
                  </a:solidFill>
                  <a:latin typeface="Material Icons"/>
                  <a:ea typeface="Material Icons"/>
                  <a:cs typeface="Material Icons"/>
                  <a:sym typeface="Material Icons"/>
                </a:endParaRPr>
              </a:p>
            </p:txBody>
          </p:sp>
          <p:sp>
            <p:nvSpPr>
              <p:cNvPr id="126" name="Google Shape;126;p15"/>
              <p:cNvSpPr txBox="1"/>
              <p:nvPr/>
            </p:nvSpPr>
            <p:spPr>
              <a:xfrm>
                <a:off x="1657350" y="7524750"/>
                <a:ext cx="4305300" cy="1714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US" sz="2400">
                    <a:solidFill>
                      <a:srgbClr val="0A0915"/>
                    </a:solidFill>
                    <a:latin typeface="Inter"/>
                    <a:ea typeface="Inter"/>
                    <a:cs typeface="Inter"/>
                    <a:sym typeface="Inter"/>
                  </a:rPr>
                  <a:t>Gestión Operativa</a:t>
                </a:r>
                <a:endParaRPr b="1" sz="2400">
                  <a:solidFill>
                    <a:srgbClr val="0A0915"/>
                  </a:solidFill>
                  <a:latin typeface="Inter"/>
                  <a:ea typeface="Inter"/>
                  <a:cs typeface="Inter"/>
                  <a:sym typeface="Inter"/>
                </a:endParaRPr>
              </a:p>
              <a:p>
                <a:pPr indent="0" lvl="0" marL="0" rtl="0" algn="l">
                  <a:spcBef>
                    <a:spcPts val="900"/>
                  </a:spcBef>
                  <a:spcAft>
                    <a:spcPts val="0"/>
                  </a:spcAft>
                  <a:buNone/>
                </a:pPr>
                <a:r>
                  <a:rPr b="0" lang="en-US" sz="1600">
                    <a:solidFill>
                      <a:srgbClr val="6B7280"/>
                    </a:solidFill>
                    <a:latin typeface="Inter"/>
                    <a:ea typeface="Inter"/>
                    <a:cs typeface="Inter"/>
                    <a:sym typeface="Inter"/>
                  </a:rPr>
                  <a:t>Inspecciones, citas, pagos y sistema de notificaciones.</a:t>
                </a:r>
                <a:endParaRPr b="0" sz="1600">
                  <a:solidFill>
                    <a:srgbClr val="6B7280"/>
                  </a:solidFill>
                  <a:latin typeface="Inter"/>
                  <a:ea typeface="Inter"/>
                  <a:cs typeface="Inter"/>
                  <a:sym typeface="Inter"/>
                </a:endParaRPr>
              </a:p>
            </p:txBody>
          </p:sp>
        </p:grpSp>
        <p:grpSp>
          <p:nvGrpSpPr>
            <p:cNvPr id="127" name="Google Shape;127;p15"/>
            <p:cNvGrpSpPr/>
            <p:nvPr/>
          </p:nvGrpSpPr>
          <p:grpSpPr>
            <a:xfrm>
              <a:off x="6705600" y="6286500"/>
              <a:ext cx="4876800" cy="3238500"/>
              <a:chOff x="6705600" y="6286500"/>
              <a:chExt cx="4876800" cy="3238500"/>
            </a:xfrm>
          </p:grpSpPr>
          <p:sp>
            <p:nvSpPr>
              <p:cNvPr id="128" name="Google Shape;128;p15"/>
              <p:cNvSpPr/>
              <p:nvPr/>
            </p:nvSpPr>
            <p:spPr>
              <a:xfrm>
                <a:off x="6705600" y="6286500"/>
                <a:ext cx="4876800" cy="3238500"/>
              </a:xfrm>
              <a:prstGeom prst="roundRect">
                <a:avLst>
                  <a:gd fmla="val 7058" name="adj"/>
                </a:avLst>
              </a:prstGeom>
              <a:solidFill>
                <a:srgbClr val="F8F9FA"/>
              </a:solidFill>
              <a:ln cap="flat" cmpd="sng" w="19050">
                <a:solidFill>
                  <a:srgbClr val="E5E7E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29" name="Google Shape;129;p15"/>
              <p:cNvSpPr txBox="1"/>
              <p:nvPr/>
            </p:nvSpPr>
            <p:spPr>
              <a:xfrm>
                <a:off x="6991350" y="6642354"/>
                <a:ext cx="762000" cy="762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US" sz="4800">
                    <a:solidFill>
                      <a:srgbClr val="7C3AED"/>
                    </a:solidFill>
                    <a:latin typeface="Material Icons"/>
                    <a:ea typeface="Material Icons"/>
                    <a:cs typeface="Material Icons"/>
                    <a:sym typeface="Material Icons"/>
                  </a:rPr>
                  <a:t></a:t>
                </a:r>
                <a:endParaRPr sz="4800">
                  <a:solidFill>
                    <a:srgbClr val="7C3AED"/>
                  </a:solidFill>
                  <a:latin typeface="Material Icons"/>
                  <a:ea typeface="Material Icons"/>
                  <a:cs typeface="Material Icons"/>
                  <a:sym typeface="Material Icons"/>
                </a:endParaRPr>
              </a:p>
            </p:txBody>
          </p:sp>
          <p:sp>
            <p:nvSpPr>
              <p:cNvPr id="130" name="Google Shape;130;p15"/>
              <p:cNvSpPr txBox="1"/>
              <p:nvPr/>
            </p:nvSpPr>
            <p:spPr>
              <a:xfrm>
                <a:off x="6991350" y="7524750"/>
                <a:ext cx="4305300" cy="1714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US" sz="2400">
                    <a:solidFill>
                      <a:srgbClr val="0A0915"/>
                    </a:solidFill>
                    <a:latin typeface="Inter"/>
                    <a:ea typeface="Inter"/>
                    <a:cs typeface="Inter"/>
                    <a:sym typeface="Inter"/>
                  </a:rPr>
                  <a:t>Registro e Identidad</a:t>
                </a:r>
                <a:endParaRPr b="1" sz="2400">
                  <a:solidFill>
                    <a:srgbClr val="0A0915"/>
                  </a:solidFill>
                  <a:latin typeface="Inter"/>
                  <a:ea typeface="Inter"/>
                  <a:cs typeface="Inter"/>
                  <a:sym typeface="Inter"/>
                </a:endParaRPr>
              </a:p>
              <a:p>
                <a:pPr indent="0" lvl="0" marL="0" rtl="0" algn="l">
                  <a:spcBef>
                    <a:spcPts val="900"/>
                  </a:spcBef>
                  <a:spcAft>
                    <a:spcPts val="0"/>
                  </a:spcAft>
                  <a:buNone/>
                </a:pPr>
                <a:r>
                  <a:rPr b="0" lang="en-US" sz="1600">
                    <a:solidFill>
                      <a:srgbClr val="6B7280"/>
                    </a:solidFill>
                    <a:latin typeface="Inter"/>
                    <a:ea typeface="Inter"/>
                    <a:cs typeface="Inter"/>
                    <a:sym typeface="Inter"/>
                  </a:rPr>
                  <a:t>Módulos de validación y gestión de identidad.</a:t>
                </a:r>
                <a:endParaRPr b="0" sz="1600">
                  <a:solidFill>
                    <a:srgbClr val="6B7280"/>
                  </a:solidFill>
                  <a:latin typeface="Inter"/>
                  <a:ea typeface="Inter"/>
                  <a:cs typeface="Inter"/>
                  <a:sym typeface="Inter"/>
                </a:endParaRPr>
              </a:p>
            </p:txBody>
          </p:sp>
        </p:grpSp>
        <p:grpSp>
          <p:nvGrpSpPr>
            <p:cNvPr id="131" name="Google Shape;131;p15"/>
            <p:cNvGrpSpPr/>
            <p:nvPr/>
          </p:nvGrpSpPr>
          <p:grpSpPr>
            <a:xfrm>
              <a:off x="12039600" y="6286500"/>
              <a:ext cx="4876800" cy="3238500"/>
              <a:chOff x="12039600" y="6286500"/>
              <a:chExt cx="4876800" cy="3238500"/>
            </a:xfrm>
          </p:grpSpPr>
          <p:sp>
            <p:nvSpPr>
              <p:cNvPr id="132" name="Google Shape;132;p15"/>
              <p:cNvSpPr/>
              <p:nvPr/>
            </p:nvSpPr>
            <p:spPr>
              <a:xfrm>
                <a:off x="12039600" y="6286500"/>
                <a:ext cx="4876800" cy="3238500"/>
              </a:xfrm>
              <a:prstGeom prst="roundRect">
                <a:avLst>
                  <a:gd fmla="val 7058" name="adj"/>
                </a:avLst>
              </a:prstGeom>
              <a:solidFill>
                <a:srgbClr val="EEF2FF"/>
              </a:solidFill>
              <a:ln cap="flat" cmpd="sng" w="19050">
                <a:solidFill>
                  <a:srgbClr val="7C3AED"/>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33" name="Google Shape;133;p15"/>
              <p:cNvSpPr txBox="1"/>
              <p:nvPr/>
            </p:nvSpPr>
            <p:spPr>
              <a:xfrm>
                <a:off x="12325350" y="6642354"/>
                <a:ext cx="762000" cy="762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US" sz="4800">
                    <a:solidFill>
                      <a:srgbClr val="7C3AED"/>
                    </a:solidFill>
                    <a:latin typeface="Material Icons"/>
                    <a:ea typeface="Material Icons"/>
                    <a:cs typeface="Material Icons"/>
                    <a:sym typeface="Material Icons"/>
                  </a:rPr>
                  <a:t></a:t>
                </a:r>
                <a:endParaRPr sz="4800">
                  <a:solidFill>
                    <a:srgbClr val="7C3AED"/>
                  </a:solidFill>
                  <a:latin typeface="Material Icons"/>
                  <a:ea typeface="Material Icons"/>
                  <a:cs typeface="Material Icons"/>
                  <a:sym typeface="Material Icons"/>
                </a:endParaRPr>
              </a:p>
            </p:txBody>
          </p:sp>
          <p:sp>
            <p:nvSpPr>
              <p:cNvPr id="134" name="Google Shape;134;p15"/>
              <p:cNvSpPr txBox="1"/>
              <p:nvPr/>
            </p:nvSpPr>
            <p:spPr>
              <a:xfrm>
                <a:off x="12325350" y="7524750"/>
                <a:ext cx="4305300" cy="1714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US" sz="2400">
                    <a:solidFill>
                      <a:srgbClr val="0A0915"/>
                    </a:solidFill>
                    <a:latin typeface="Inter"/>
                    <a:ea typeface="Inter"/>
                    <a:cs typeface="Inter"/>
                    <a:sym typeface="Inter"/>
                  </a:rPr>
                  <a:t>Entrega Final</a:t>
                </a:r>
                <a:endParaRPr b="1" sz="2400">
                  <a:solidFill>
                    <a:srgbClr val="0A0915"/>
                  </a:solidFill>
                  <a:latin typeface="Inter"/>
                  <a:ea typeface="Inter"/>
                  <a:cs typeface="Inter"/>
                  <a:sym typeface="Inter"/>
                </a:endParaRPr>
              </a:p>
              <a:p>
                <a:pPr indent="0" lvl="0" marL="0" rtl="0" algn="l">
                  <a:spcBef>
                    <a:spcPts val="900"/>
                  </a:spcBef>
                  <a:spcAft>
                    <a:spcPts val="0"/>
                  </a:spcAft>
                  <a:buNone/>
                </a:pPr>
                <a:r>
                  <a:rPr b="0" lang="en-US" sz="1600">
                    <a:solidFill>
                      <a:srgbClr val="4338CA"/>
                    </a:solidFill>
                    <a:latin typeface="Inter Medium"/>
                    <a:ea typeface="Inter Medium"/>
                    <a:cs typeface="Inter Medium"/>
                    <a:sym typeface="Inter Medium"/>
                  </a:rPr>
                  <a:t>Accesos a la instancia y manuales al equipo core.</a:t>
                </a:r>
                <a:endParaRPr b="0" sz="1600">
                  <a:solidFill>
                    <a:srgbClr val="4338CA"/>
                  </a:solidFill>
                  <a:latin typeface="Inter Medium"/>
                  <a:ea typeface="Inter Medium"/>
                  <a:cs typeface="Inter Medium"/>
                  <a:sym typeface="Inter Medium"/>
                </a:endParaRPr>
              </a:p>
            </p:txBody>
          </p:sp>
        </p:grpSp>
      </p:gr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39" name="Shape 139"/>
        <p:cNvGrpSpPr/>
        <p:nvPr/>
      </p:nvGrpSpPr>
      <p:grpSpPr>
        <a:xfrm>
          <a:off x="0" y="0"/>
          <a:ext cx="0" cy="0"/>
          <a:chOff x="0" y="0"/>
          <a:chExt cx="0" cy="0"/>
        </a:xfrm>
      </p:grpSpPr>
      <p:sp>
        <p:nvSpPr>
          <p:cNvPr id="140" name="Google Shape;140;p16"/>
          <p:cNvSpPr/>
          <p:nvPr/>
        </p:nvSpPr>
        <p:spPr>
          <a:xfrm>
            <a:off x="0" y="0"/>
            <a:ext cx="18288000" cy="228600"/>
          </a:xfrm>
          <a:prstGeom prst="rect">
            <a:avLst/>
          </a:prstGeom>
          <a:solidFill>
            <a:srgbClr val="7C3AED"/>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41" name="Google Shape;141;p16"/>
          <p:cNvSpPr txBox="1"/>
          <p:nvPr/>
        </p:nvSpPr>
        <p:spPr>
          <a:xfrm>
            <a:off x="1371600" y="762000"/>
            <a:ext cx="15544800" cy="8313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ctr">
              <a:spcBef>
                <a:spcPts val="0"/>
              </a:spcBef>
              <a:spcAft>
                <a:spcPts val="0"/>
              </a:spcAft>
              <a:buNone/>
            </a:pPr>
            <a:r>
              <a:rPr b="1" lang="en-US" sz="5400">
                <a:solidFill>
                  <a:srgbClr val="0A0915"/>
                </a:solidFill>
                <a:latin typeface="Inter"/>
                <a:ea typeface="Inter"/>
                <a:cs typeface="Inter"/>
                <a:sym typeface="Inter"/>
              </a:rPr>
              <a:t>El tip que vale </a:t>
            </a:r>
            <a:r>
              <a:rPr b="1" lang="en-US" sz="5400">
                <a:solidFill>
                  <a:srgbClr val="7C3AED"/>
                </a:solidFill>
                <a:latin typeface="Inter"/>
                <a:ea typeface="Inter"/>
                <a:cs typeface="Inter"/>
                <a:sym typeface="Inter"/>
              </a:rPr>
              <a:t>más que la agenda</a:t>
            </a:r>
            <a:endParaRPr b="1" sz="5400">
              <a:solidFill>
                <a:srgbClr val="0A0915"/>
              </a:solidFill>
              <a:latin typeface="Inter"/>
              <a:ea typeface="Inter"/>
              <a:cs typeface="Inter"/>
              <a:sym typeface="Inter"/>
            </a:endParaRPr>
          </a:p>
        </p:txBody>
      </p:sp>
      <p:sp>
        <p:nvSpPr>
          <p:cNvPr id="142" name="Google Shape;142;p16"/>
          <p:cNvSpPr/>
          <p:nvPr/>
        </p:nvSpPr>
        <p:spPr>
          <a:xfrm>
            <a:off x="1905000" y="3048000"/>
            <a:ext cx="6667500" cy="4953000"/>
          </a:xfrm>
          <a:prstGeom prst="roundRect">
            <a:avLst>
              <a:gd fmla="val 7692" name="adj"/>
            </a:avLst>
          </a:prstGeom>
          <a:solidFill>
            <a:srgbClr val="FFFFFF"/>
          </a:solidFill>
          <a:ln cap="flat" cmpd="sng" w="19050">
            <a:solidFill>
              <a:srgbClr val="FEE2E2"/>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43" name="Google Shape;143;p16"/>
          <p:cNvSpPr/>
          <p:nvPr/>
        </p:nvSpPr>
        <p:spPr>
          <a:xfrm>
            <a:off x="1905000" y="3048000"/>
            <a:ext cx="6667500" cy="952500"/>
          </a:xfrm>
          <a:prstGeom prst="roundRect">
            <a:avLst>
              <a:gd fmla="val 40000" name="adj"/>
            </a:avLst>
          </a:prstGeom>
          <a:solidFill>
            <a:srgbClr val="FEF2F2"/>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44" name="Google Shape;144;p16"/>
          <p:cNvSpPr txBox="1"/>
          <p:nvPr/>
        </p:nvSpPr>
        <p:spPr>
          <a:xfrm>
            <a:off x="2381250" y="3143250"/>
            <a:ext cx="762000" cy="7389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ctr">
              <a:spcBef>
                <a:spcPts val="0"/>
              </a:spcBef>
              <a:spcAft>
                <a:spcPts val="0"/>
              </a:spcAft>
              <a:buNone/>
            </a:pPr>
            <a:r>
              <a:rPr b="1" lang="en-US" sz="4800">
                <a:solidFill>
                  <a:srgbClr val="DC2626"/>
                </a:solidFill>
                <a:latin typeface="Inter"/>
                <a:ea typeface="Inter"/>
                <a:cs typeface="Inter"/>
                <a:sym typeface="Inter"/>
              </a:rPr>
              <a:t>✗</a:t>
            </a:r>
            <a:endParaRPr b="1" sz="4800">
              <a:solidFill>
                <a:srgbClr val="DC2626"/>
              </a:solidFill>
              <a:latin typeface="Inter"/>
              <a:ea typeface="Inter"/>
              <a:cs typeface="Inter"/>
              <a:sym typeface="Inter"/>
            </a:endParaRPr>
          </a:p>
        </p:txBody>
      </p:sp>
      <p:sp>
        <p:nvSpPr>
          <p:cNvPr id="145" name="Google Shape;145;p16"/>
          <p:cNvSpPr txBox="1"/>
          <p:nvPr/>
        </p:nvSpPr>
        <p:spPr>
          <a:xfrm>
            <a:off x="2381250" y="4191000"/>
            <a:ext cx="5715000" cy="4926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l">
              <a:spcBef>
                <a:spcPts val="0"/>
              </a:spcBef>
              <a:spcAft>
                <a:spcPts val="0"/>
              </a:spcAft>
              <a:buNone/>
            </a:pPr>
            <a:r>
              <a:rPr b="1" lang="en-US" sz="3200">
                <a:solidFill>
                  <a:srgbClr val="0A0915"/>
                </a:solidFill>
                <a:latin typeface="Inter"/>
                <a:ea typeface="Inter"/>
                <a:cs typeface="Inter"/>
                <a:sym typeface="Inter"/>
              </a:rPr>
              <a:t>Cuatro horas hablando</a:t>
            </a:r>
            <a:endParaRPr b="1" sz="3200">
              <a:solidFill>
                <a:srgbClr val="0A0915"/>
              </a:solidFill>
              <a:latin typeface="Inter"/>
              <a:ea typeface="Inter"/>
              <a:cs typeface="Inter"/>
              <a:sym typeface="Inter"/>
            </a:endParaRPr>
          </a:p>
        </p:txBody>
      </p:sp>
      <p:sp>
        <p:nvSpPr>
          <p:cNvPr id="146" name="Google Shape;146;p16"/>
          <p:cNvSpPr txBox="1"/>
          <p:nvPr/>
        </p:nvSpPr>
        <p:spPr>
          <a:xfrm>
            <a:off x="2381250" y="5143500"/>
            <a:ext cx="5715000" cy="11160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0" lang="en-US" sz="2000">
                <a:solidFill>
                  <a:srgbClr val="4B5563"/>
                </a:solidFill>
                <a:latin typeface="Inter"/>
                <a:ea typeface="Inter"/>
                <a:cs typeface="Inter"/>
                <a:sym typeface="Inter"/>
              </a:rPr>
              <a:t>El partner presenta diapositivas, el gobierno escucha.</a:t>
            </a:r>
            <a:endParaRPr b="0" sz="2000">
              <a:solidFill>
                <a:srgbClr val="4B5563"/>
              </a:solidFill>
              <a:latin typeface="Inter"/>
              <a:ea typeface="Inter"/>
              <a:cs typeface="Inter"/>
              <a:sym typeface="Inter"/>
            </a:endParaRPr>
          </a:p>
          <a:p>
            <a:pPr indent="0" lvl="0" marL="0" rtl="0" algn="l">
              <a:spcBef>
                <a:spcPts val="1500"/>
              </a:spcBef>
              <a:spcAft>
                <a:spcPts val="0"/>
              </a:spcAft>
              <a:buNone/>
            </a:pPr>
            <a:r>
              <a:rPr b="0" lang="en-US" sz="2000">
                <a:solidFill>
                  <a:srgbClr val="DC2626"/>
                </a:solidFill>
                <a:latin typeface="Inter SemiBold"/>
                <a:ea typeface="Inter SemiBold"/>
                <a:cs typeface="Inter SemiBold"/>
                <a:sym typeface="Inter SemiBold"/>
              </a:rPr>
              <a:t>Una sesión perdida.</a:t>
            </a:r>
            <a:endParaRPr b="0" sz="2000">
              <a:solidFill>
                <a:srgbClr val="DC2626"/>
              </a:solidFill>
              <a:latin typeface="Inter SemiBold"/>
              <a:ea typeface="Inter SemiBold"/>
              <a:cs typeface="Inter SemiBold"/>
              <a:sym typeface="Inter SemiBold"/>
            </a:endParaRPr>
          </a:p>
        </p:txBody>
      </p:sp>
      <p:sp>
        <p:nvSpPr>
          <p:cNvPr id="147" name="Google Shape;147;p16"/>
          <p:cNvSpPr/>
          <p:nvPr/>
        </p:nvSpPr>
        <p:spPr>
          <a:xfrm>
            <a:off x="9715500" y="3048000"/>
            <a:ext cx="6667500" cy="4953000"/>
          </a:xfrm>
          <a:prstGeom prst="roundRect">
            <a:avLst>
              <a:gd fmla="val 7692" name="adj"/>
            </a:avLst>
          </a:prstGeom>
          <a:solidFill>
            <a:srgbClr val="FFFFFF"/>
          </a:solidFill>
          <a:ln cap="flat" cmpd="sng" w="19050">
            <a:solidFill>
              <a:srgbClr val="A7F3D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48" name="Google Shape;148;p16"/>
          <p:cNvSpPr/>
          <p:nvPr/>
        </p:nvSpPr>
        <p:spPr>
          <a:xfrm>
            <a:off x="9715500" y="3048000"/>
            <a:ext cx="6667500" cy="952500"/>
          </a:xfrm>
          <a:prstGeom prst="roundRect">
            <a:avLst>
              <a:gd fmla="val 40000" name="adj"/>
            </a:avLst>
          </a:prstGeom>
          <a:solidFill>
            <a:srgbClr val="ECFDF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49" name="Google Shape;149;p16"/>
          <p:cNvSpPr txBox="1"/>
          <p:nvPr/>
        </p:nvSpPr>
        <p:spPr>
          <a:xfrm>
            <a:off x="10191750" y="3143250"/>
            <a:ext cx="762000" cy="7389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ctr">
              <a:spcBef>
                <a:spcPts val="0"/>
              </a:spcBef>
              <a:spcAft>
                <a:spcPts val="0"/>
              </a:spcAft>
              <a:buNone/>
            </a:pPr>
            <a:r>
              <a:rPr b="1" lang="en-US" sz="4800">
                <a:solidFill>
                  <a:srgbClr val="10B981"/>
                </a:solidFill>
                <a:latin typeface="Inter"/>
                <a:ea typeface="Inter"/>
                <a:cs typeface="Inter"/>
                <a:sym typeface="Inter"/>
              </a:rPr>
              <a:t>✓</a:t>
            </a:r>
            <a:endParaRPr b="1" sz="4800">
              <a:solidFill>
                <a:srgbClr val="10B981"/>
              </a:solidFill>
              <a:latin typeface="Inter"/>
              <a:ea typeface="Inter"/>
              <a:cs typeface="Inter"/>
              <a:sym typeface="Inter"/>
            </a:endParaRPr>
          </a:p>
        </p:txBody>
      </p:sp>
      <p:sp>
        <p:nvSpPr>
          <p:cNvPr id="150" name="Google Shape;150;p16"/>
          <p:cNvSpPr txBox="1"/>
          <p:nvPr/>
        </p:nvSpPr>
        <p:spPr>
          <a:xfrm>
            <a:off x="10191750" y="4191000"/>
            <a:ext cx="5715000" cy="4926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l">
              <a:spcBef>
                <a:spcPts val="0"/>
              </a:spcBef>
              <a:spcAft>
                <a:spcPts val="0"/>
              </a:spcAft>
              <a:buNone/>
            </a:pPr>
            <a:r>
              <a:rPr b="1" lang="en-US" sz="3200">
                <a:solidFill>
                  <a:srgbClr val="0A0915"/>
                </a:solidFill>
                <a:latin typeface="Inter"/>
                <a:ea typeface="Inter"/>
                <a:cs typeface="Inter"/>
                <a:sym typeface="Inter"/>
              </a:rPr>
              <a:t>Manos en la plataforma</a:t>
            </a:r>
            <a:endParaRPr b="1" sz="3200">
              <a:solidFill>
                <a:srgbClr val="0A0915"/>
              </a:solidFill>
              <a:latin typeface="Inter"/>
              <a:ea typeface="Inter"/>
              <a:cs typeface="Inter"/>
              <a:sym typeface="Inter"/>
            </a:endParaRPr>
          </a:p>
        </p:txBody>
      </p:sp>
      <p:sp>
        <p:nvSpPr>
          <p:cNvPr id="151" name="Google Shape;151;p16"/>
          <p:cNvSpPr txBox="1"/>
          <p:nvPr/>
        </p:nvSpPr>
        <p:spPr>
          <a:xfrm>
            <a:off x="10191750" y="5143500"/>
            <a:ext cx="5715000" cy="11160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0" lang="en-US" sz="2000">
                <a:solidFill>
                  <a:srgbClr val="4B5563"/>
                </a:solidFill>
                <a:latin typeface="Inter"/>
                <a:ea typeface="Inter"/>
                <a:cs typeface="Inter"/>
                <a:sym typeface="Inter"/>
              </a:rPr>
              <a:t>Diapositivas para contexto al inicio. El resto, instancia real.</a:t>
            </a:r>
            <a:endParaRPr b="0" sz="2000">
              <a:solidFill>
                <a:srgbClr val="4B5563"/>
              </a:solidFill>
              <a:latin typeface="Inter"/>
              <a:ea typeface="Inter"/>
              <a:cs typeface="Inter"/>
              <a:sym typeface="Inter"/>
            </a:endParaRPr>
          </a:p>
          <a:p>
            <a:pPr indent="0" lvl="0" marL="0" rtl="0" algn="l">
              <a:spcBef>
                <a:spcPts val="1500"/>
              </a:spcBef>
              <a:spcAft>
                <a:spcPts val="0"/>
              </a:spcAft>
              <a:buNone/>
            </a:pPr>
            <a:r>
              <a:rPr b="0" lang="en-US" sz="2000">
                <a:solidFill>
                  <a:srgbClr val="10B981"/>
                </a:solidFill>
                <a:latin typeface="Inter SemiBold"/>
                <a:ea typeface="Inter SemiBold"/>
                <a:cs typeface="Inter SemiBold"/>
                <a:sym typeface="Inter SemiBold"/>
              </a:rPr>
              <a:t>Learning by doing, literal.</a:t>
            </a:r>
            <a:endParaRPr b="0" sz="2000">
              <a:solidFill>
                <a:srgbClr val="10B981"/>
              </a:solidFill>
              <a:latin typeface="Inter SemiBold"/>
              <a:ea typeface="Inter SemiBold"/>
              <a:cs typeface="Inter SemiBold"/>
              <a:sym typeface="Inter SemiBold"/>
            </a:endParaRPr>
          </a:p>
        </p:txBody>
      </p:sp>
      <p:sp>
        <p:nvSpPr>
          <p:cNvPr id="152" name="Google Shape;152;p16"/>
          <p:cNvSpPr txBox="1"/>
          <p:nvPr/>
        </p:nvSpPr>
        <p:spPr>
          <a:xfrm>
            <a:off x="1371600" y="8763000"/>
            <a:ext cx="15544800" cy="762000"/>
          </a:xfrm>
          <a:prstGeom prst="rect">
            <a:avLst/>
          </a:prstGeom>
          <a:solidFill>
            <a:srgbClr val="EEF2FF"/>
          </a:solidFill>
          <a:ln>
            <a:noFill/>
          </a:ln>
        </p:spPr>
        <p:txBody>
          <a:bodyPr anchorCtr="0" anchor="ctr" bIns="0" lIns="0" spcFirstLastPara="1" rIns="0" wrap="square" tIns="0">
            <a:noAutofit/>
          </a:bodyPr>
          <a:lstStyle/>
          <a:p>
            <a:pPr indent="0" lvl="0" marL="0" rtl="0" algn="ctr">
              <a:spcBef>
                <a:spcPts val="0"/>
              </a:spcBef>
              <a:spcAft>
                <a:spcPts val="0"/>
              </a:spcAft>
              <a:buNone/>
            </a:pPr>
            <a:r>
              <a:rPr b="0" lang="en-US" sz="2200">
                <a:solidFill>
                  <a:srgbClr val="4338CA"/>
                </a:solidFill>
                <a:latin typeface="Inter SemiBold"/>
                <a:ea typeface="Inter SemiBold"/>
                <a:cs typeface="Inter SemiBold"/>
                <a:sym typeface="Inter SemiBold"/>
              </a:rPr>
              <a:t>Principio fundamental: Hands-on de principio a fin.</a:t>
            </a:r>
            <a:endParaRPr b="0" sz="2200">
              <a:solidFill>
                <a:srgbClr val="4338CA"/>
              </a:solidFill>
              <a:latin typeface="Inter SemiBold"/>
              <a:ea typeface="Inter SemiBold"/>
              <a:cs typeface="Inter SemiBold"/>
              <a:sym typeface="Inter SemiBold"/>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57" name="Shape 157"/>
        <p:cNvGrpSpPr/>
        <p:nvPr/>
      </p:nvGrpSpPr>
      <p:grpSpPr>
        <a:xfrm>
          <a:off x="0" y="0"/>
          <a:ext cx="0" cy="0"/>
          <a:chOff x="0" y="0"/>
          <a:chExt cx="0" cy="0"/>
        </a:xfrm>
      </p:grpSpPr>
      <p:sp>
        <p:nvSpPr>
          <p:cNvPr id="158" name="Google Shape;158;p17"/>
          <p:cNvSpPr/>
          <p:nvPr/>
        </p:nvSpPr>
        <p:spPr>
          <a:xfrm>
            <a:off x="0" y="0"/>
            <a:ext cx="18288000" cy="228600"/>
          </a:xfrm>
          <a:prstGeom prst="rect">
            <a:avLst/>
          </a:prstGeom>
          <a:solidFill>
            <a:srgbClr val="7C3AED"/>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59" name="Google Shape;159;p17"/>
          <p:cNvSpPr txBox="1"/>
          <p:nvPr/>
        </p:nvSpPr>
        <p:spPr>
          <a:xfrm>
            <a:off x="1371600" y="762000"/>
            <a:ext cx="15544800" cy="9525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lang="en-US" sz="5600">
                <a:solidFill>
                  <a:srgbClr val="0A0915"/>
                </a:solidFill>
                <a:latin typeface="Inter"/>
                <a:ea typeface="Inter"/>
                <a:cs typeface="Inter"/>
                <a:sym typeface="Inter"/>
              </a:rPr>
              <a:t>Los entregables son </a:t>
            </a:r>
            <a:r>
              <a:rPr b="1" lang="en-US" sz="5600">
                <a:solidFill>
                  <a:srgbClr val="7C3AED"/>
                </a:solidFill>
                <a:latin typeface="Inter"/>
                <a:ea typeface="Inter"/>
                <a:cs typeface="Inter"/>
                <a:sym typeface="Inter"/>
              </a:rPr>
              <a:t>específicos</a:t>
            </a:r>
            <a:endParaRPr b="1" sz="5600">
              <a:solidFill>
                <a:srgbClr val="0A0915"/>
              </a:solidFill>
              <a:latin typeface="Inter"/>
              <a:ea typeface="Inter"/>
              <a:cs typeface="Inter"/>
              <a:sym typeface="Inter"/>
            </a:endParaRPr>
          </a:p>
        </p:txBody>
      </p:sp>
      <p:grpSp>
        <p:nvGrpSpPr>
          <p:cNvPr id="160" name="Google Shape;160;p17"/>
          <p:cNvGrpSpPr/>
          <p:nvPr/>
        </p:nvGrpSpPr>
        <p:grpSpPr>
          <a:xfrm>
            <a:off x="1371600" y="2286000"/>
            <a:ext cx="7543800" cy="2476500"/>
            <a:chOff x="1371600" y="2286000"/>
            <a:chExt cx="7543800" cy="2476500"/>
          </a:xfrm>
        </p:grpSpPr>
        <p:sp>
          <p:nvSpPr>
            <p:cNvPr id="161" name="Google Shape;161;p17"/>
            <p:cNvSpPr/>
            <p:nvPr/>
          </p:nvSpPr>
          <p:spPr>
            <a:xfrm>
              <a:off x="1371600" y="2286000"/>
              <a:ext cx="7543800" cy="2476500"/>
            </a:xfrm>
            <a:prstGeom prst="roundRect">
              <a:avLst>
                <a:gd fmla="val 9230" name="adj"/>
              </a:avLst>
            </a:prstGeom>
            <a:solidFill>
              <a:srgbClr val="FFFFFF"/>
            </a:solidFill>
            <a:ln cap="flat" cmpd="sng" w="19050">
              <a:solidFill>
                <a:srgbClr val="E5E7E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62" name="Google Shape;162;p17"/>
            <p:cNvSpPr txBox="1"/>
            <p:nvPr/>
          </p:nvSpPr>
          <p:spPr>
            <a:xfrm>
              <a:off x="1752600" y="2641854"/>
              <a:ext cx="762000" cy="762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US" sz="4800">
                  <a:solidFill>
                    <a:srgbClr val="7C3AED"/>
                  </a:solidFill>
                  <a:latin typeface="Material Icons"/>
                  <a:ea typeface="Material Icons"/>
                  <a:cs typeface="Material Icons"/>
                  <a:sym typeface="Material Icons"/>
                </a:rPr>
                <a:t></a:t>
              </a:r>
              <a:endParaRPr sz="4800">
                <a:solidFill>
                  <a:srgbClr val="7C3AED"/>
                </a:solidFill>
                <a:latin typeface="Material Icons"/>
                <a:ea typeface="Material Icons"/>
                <a:cs typeface="Material Icons"/>
                <a:sym typeface="Material Icons"/>
              </a:endParaRPr>
            </a:p>
          </p:txBody>
        </p:sp>
        <p:sp>
          <p:nvSpPr>
            <p:cNvPr id="163" name="Google Shape;163;p17"/>
            <p:cNvSpPr txBox="1"/>
            <p:nvPr/>
          </p:nvSpPr>
          <p:spPr>
            <a:xfrm>
              <a:off x="2705100" y="2571750"/>
              <a:ext cx="5829300" cy="1905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US" sz="2400">
                  <a:solidFill>
                    <a:srgbClr val="0A0915"/>
                  </a:solidFill>
                  <a:latin typeface="Inter"/>
                  <a:ea typeface="Inter"/>
                  <a:cs typeface="Inter"/>
                  <a:sym typeface="Inter"/>
                </a:rPr>
                <a:t>Autonomía funcional</a:t>
              </a:r>
              <a:endParaRPr b="1" sz="2400">
                <a:solidFill>
                  <a:srgbClr val="0A0915"/>
                </a:solidFill>
                <a:latin typeface="Inter"/>
                <a:ea typeface="Inter"/>
                <a:cs typeface="Inter"/>
                <a:sym typeface="Inter"/>
              </a:endParaRPr>
            </a:p>
            <a:p>
              <a:pPr indent="0" lvl="0" marL="0" rtl="0" algn="l">
                <a:spcBef>
                  <a:spcPts val="600"/>
                </a:spcBef>
                <a:spcAft>
                  <a:spcPts val="0"/>
                </a:spcAft>
                <a:buNone/>
              </a:pPr>
              <a:r>
                <a:rPr b="0" lang="en-US" sz="1800">
                  <a:solidFill>
                    <a:srgbClr val="4B5563"/>
                  </a:solidFill>
                  <a:latin typeface="Inter"/>
                  <a:ea typeface="Inter"/>
                  <a:cs typeface="Inter"/>
                  <a:sym typeface="Inter"/>
                </a:rPr>
                <a:t>El especialista funcional navega la plataforma sin ayuda.</a:t>
              </a:r>
              <a:endParaRPr b="0" sz="1800">
                <a:solidFill>
                  <a:srgbClr val="4B5563"/>
                </a:solidFill>
                <a:latin typeface="Inter"/>
                <a:ea typeface="Inter"/>
                <a:cs typeface="Inter"/>
                <a:sym typeface="Inter"/>
              </a:endParaRPr>
            </a:p>
          </p:txBody>
        </p:sp>
      </p:grpSp>
      <p:grpSp>
        <p:nvGrpSpPr>
          <p:cNvPr id="164" name="Google Shape;164;p17"/>
          <p:cNvGrpSpPr/>
          <p:nvPr/>
        </p:nvGrpSpPr>
        <p:grpSpPr>
          <a:xfrm>
            <a:off x="9372600" y="2286000"/>
            <a:ext cx="7543800" cy="2476500"/>
            <a:chOff x="9372600" y="2286000"/>
            <a:chExt cx="7543800" cy="2476500"/>
          </a:xfrm>
        </p:grpSpPr>
        <p:sp>
          <p:nvSpPr>
            <p:cNvPr id="165" name="Google Shape;165;p17"/>
            <p:cNvSpPr/>
            <p:nvPr/>
          </p:nvSpPr>
          <p:spPr>
            <a:xfrm>
              <a:off x="9372600" y="2286000"/>
              <a:ext cx="7543800" cy="2476500"/>
            </a:xfrm>
            <a:prstGeom prst="roundRect">
              <a:avLst>
                <a:gd fmla="val 9230" name="adj"/>
              </a:avLst>
            </a:prstGeom>
            <a:solidFill>
              <a:srgbClr val="FFFFFF"/>
            </a:solidFill>
            <a:ln cap="flat" cmpd="sng" w="19050">
              <a:solidFill>
                <a:srgbClr val="E5E7E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66" name="Google Shape;166;p17"/>
            <p:cNvSpPr txBox="1"/>
            <p:nvPr/>
          </p:nvSpPr>
          <p:spPr>
            <a:xfrm>
              <a:off x="9753600" y="2641854"/>
              <a:ext cx="762000" cy="762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US" sz="4800">
                  <a:solidFill>
                    <a:srgbClr val="7C3AED"/>
                  </a:solidFill>
                  <a:latin typeface="Material Icons"/>
                  <a:ea typeface="Material Icons"/>
                  <a:cs typeface="Material Icons"/>
                  <a:sym typeface="Material Icons"/>
                </a:rPr>
                <a:t></a:t>
              </a:r>
              <a:endParaRPr sz="4800">
                <a:solidFill>
                  <a:srgbClr val="7C3AED"/>
                </a:solidFill>
                <a:latin typeface="Material Icons"/>
                <a:ea typeface="Material Icons"/>
                <a:cs typeface="Material Icons"/>
                <a:sym typeface="Material Icons"/>
              </a:endParaRPr>
            </a:p>
          </p:txBody>
        </p:sp>
        <p:sp>
          <p:nvSpPr>
            <p:cNvPr id="167" name="Google Shape;167;p17"/>
            <p:cNvSpPr txBox="1"/>
            <p:nvPr/>
          </p:nvSpPr>
          <p:spPr>
            <a:xfrm>
              <a:off x="10706100" y="2571750"/>
              <a:ext cx="5829300" cy="1905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US" sz="2400">
                  <a:solidFill>
                    <a:srgbClr val="0A0915"/>
                  </a:solidFill>
                  <a:latin typeface="Inter"/>
                  <a:ea typeface="Inter"/>
                  <a:cs typeface="Inter"/>
                  <a:sym typeface="Inter"/>
                </a:rPr>
                <a:t>Accesos garantizados</a:t>
              </a:r>
              <a:endParaRPr b="1" sz="2400">
                <a:solidFill>
                  <a:srgbClr val="0A0915"/>
                </a:solidFill>
                <a:latin typeface="Inter"/>
                <a:ea typeface="Inter"/>
                <a:cs typeface="Inter"/>
                <a:sym typeface="Inter"/>
              </a:endParaRPr>
            </a:p>
            <a:p>
              <a:pPr indent="0" lvl="0" marL="0" rtl="0" algn="l">
                <a:spcBef>
                  <a:spcPts val="600"/>
                </a:spcBef>
                <a:spcAft>
                  <a:spcPts val="0"/>
                </a:spcAft>
                <a:buNone/>
              </a:pPr>
              <a:r>
                <a:rPr b="0" lang="en-US" sz="1800">
                  <a:solidFill>
                    <a:srgbClr val="4B5563"/>
                  </a:solidFill>
                  <a:latin typeface="Inter"/>
                  <a:ea typeface="Inter"/>
                  <a:cs typeface="Inter"/>
                  <a:sym typeface="Inter"/>
                </a:rPr>
                <a:t>Los accesos quedan entregados a cada miembro del equipo core.</a:t>
              </a:r>
              <a:endParaRPr b="0" sz="1800">
                <a:solidFill>
                  <a:srgbClr val="4B5563"/>
                </a:solidFill>
                <a:latin typeface="Inter"/>
                <a:ea typeface="Inter"/>
                <a:cs typeface="Inter"/>
                <a:sym typeface="Inter"/>
              </a:endParaRPr>
            </a:p>
          </p:txBody>
        </p:sp>
      </p:grpSp>
      <p:grpSp>
        <p:nvGrpSpPr>
          <p:cNvPr id="168" name="Google Shape;168;p17"/>
          <p:cNvGrpSpPr/>
          <p:nvPr/>
        </p:nvGrpSpPr>
        <p:grpSpPr>
          <a:xfrm>
            <a:off x="1371600" y="5143500"/>
            <a:ext cx="7543800" cy="2476500"/>
            <a:chOff x="1371600" y="5143500"/>
            <a:chExt cx="7543800" cy="2476500"/>
          </a:xfrm>
        </p:grpSpPr>
        <p:sp>
          <p:nvSpPr>
            <p:cNvPr id="169" name="Google Shape;169;p17"/>
            <p:cNvSpPr/>
            <p:nvPr/>
          </p:nvSpPr>
          <p:spPr>
            <a:xfrm>
              <a:off x="1371600" y="5143500"/>
              <a:ext cx="7543800" cy="2476500"/>
            </a:xfrm>
            <a:prstGeom prst="roundRect">
              <a:avLst>
                <a:gd fmla="val 9230" name="adj"/>
              </a:avLst>
            </a:prstGeom>
            <a:solidFill>
              <a:srgbClr val="FFFFFF"/>
            </a:solidFill>
            <a:ln cap="flat" cmpd="sng" w="19050">
              <a:solidFill>
                <a:srgbClr val="E5E7E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70" name="Google Shape;170;p17"/>
            <p:cNvSpPr txBox="1"/>
            <p:nvPr/>
          </p:nvSpPr>
          <p:spPr>
            <a:xfrm>
              <a:off x="1752600" y="5499354"/>
              <a:ext cx="762000" cy="762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US" sz="4800">
                  <a:solidFill>
                    <a:srgbClr val="7C3AED"/>
                  </a:solidFill>
                  <a:latin typeface="Material Icons"/>
                  <a:ea typeface="Material Icons"/>
                  <a:cs typeface="Material Icons"/>
                  <a:sym typeface="Material Icons"/>
                </a:rPr>
                <a:t></a:t>
              </a:r>
              <a:endParaRPr sz="4800">
                <a:solidFill>
                  <a:srgbClr val="7C3AED"/>
                </a:solidFill>
                <a:latin typeface="Material Icons"/>
                <a:ea typeface="Material Icons"/>
                <a:cs typeface="Material Icons"/>
                <a:sym typeface="Material Icons"/>
              </a:endParaRPr>
            </a:p>
          </p:txBody>
        </p:sp>
        <p:sp>
          <p:nvSpPr>
            <p:cNvPr id="171" name="Google Shape;171;p17"/>
            <p:cNvSpPr txBox="1"/>
            <p:nvPr/>
          </p:nvSpPr>
          <p:spPr>
            <a:xfrm>
              <a:off x="2705100" y="5429250"/>
              <a:ext cx="5829300" cy="1905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US" sz="2400">
                  <a:solidFill>
                    <a:srgbClr val="0A0915"/>
                  </a:solidFill>
                  <a:latin typeface="Inter"/>
                  <a:ea typeface="Inter"/>
                  <a:cs typeface="Inter"/>
                  <a:sym typeface="Inter"/>
                </a:rPr>
                <a:t>Manuales listos</a:t>
              </a:r>
              <a:endParaRPr b="1" sz="2400">
                <a:solidFill>
                  <a:srgbClr val="0A0915"/>
                </a:solidFill>
                <a:latin typeface="Inter"/>
                <a:ea typeface="Inter"/>
                <a:cs typeface="Inter"/>
                <a:sym typeface="Inter"/>
              </a:endParaRPr>
            </a:p>
            <a:p>
              <a:pPr indent="0" lvl="0" marL="0" rtl="0" algn="l">
                <a:spcBef>
                  <a:spcPts val="600"/>
                </a:spcBef>
                <a:spcAft>
                  <a:spcPts val="0"/>
                </a:spcAft>
                <a:buNone/>
              </a:pPr>
              <a:r>
                <a:rPr b="0" lang="en-US" sz="1800">
                  <a:solidFill>
                    <a:srgbClr val="4B5563"/>
                  </a:solidFill>
                  <a:latin typeface="Inter"/>
                  <a:ea typeface="Inter"/>
                  <a:cs typeface="Inter"/>
                  <a:sym typeface="Inter"/>
                </a:rPr>
                <a:t>Los manuales quedan compartidos para consulta permanente.</a:t>
              </a:r>
              <a:endParaRPr b="0" sz="1800">
                <a:solidFill>
                  <a:srgbClr val="4B5563"/>
                </a:solidFill>
                <a:latin typeface="Inter"/>
                <a:ea typeface="Inter"/>
                <a:cs typeface="Inter"/>
                <a:sym typeface="Inter"/>
              </a:endParaRPr>
            </a:p>
          </p:txBody>
        </p:sp>
      </p:grpSp>
      <p:grpSp>
        <p:nvGrpSpPr>
          <p:cNvPr id="172" name="Google Shape;172;p17"/>
          <p:cNvGrpSpPr/>
          <p:nvPr/>
        </p:nvGrpSpPr>
        <p:grpSpPr>
          <a:xfrm>
            <a:off x="9372600" y="5143500"/>
            <a:ext cx="7543800" cy="2476500"/>
            <a:chOff x="9372600" y="5143500"/>
            <a:chExt cx="7543800" cy="2476500"/>
          </a:xfrm>
        </p:grpSpPr>
        <p:sp>
          <p:nvSpPr>
            <p:cNvPr id="173" name="Google Shape;173;p17"/>
            <p:cNvSpPr/>
            <p:nvPr/>
          </p:nvSpPr>
          <p:spPr>
            <a:xfrm>
              <a:off x="9372600" y="5143500"/>
              <a:ext cx="7543800" cy="2476500"/>
            </a:xfrm>
            <a:prstGeom prst="roundRect">
              <a:avLst>
                <a:gd fmla="val 9230" name="adj"/>
              </a:avLst>
            </a:prstGeom>
            <a:solidFill>
              <a:srgbClr val="FFFFFF"/>
            </a:solidFill>
            <a:ln cap="flat" cmpd="sng" w="19050">
              <a:solidFill>
                <a:srgbClr val="E5E7E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74" name="Google Shape;174;p17"/>
            <p:cNvSpPr txBox="1"/>
            <p:nvPr/>
          </p:nvSpPr>
          <p:spPr>
            <a:xfrm>
              <a:off x="9753600" y="5499354"/>
              <a:ext cx="762000" cy="762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US" sz="4800">
                  <a:solidFill>
                    <a:srgbClr val="7C3AED"/>
                  </a:solidFill>
                  <a:latin typeface="Material Icons"/>
                  <a:ea typeface="Material Icons"/>
                  <a:cs typeface="Material Icons"/>
                  <a:sym typeface="Material Icons"/>
                </a:rPr>
                <a:t></a:t>
              </a:r>
              <a:endParaRPr sz="4800">
                <a:solidFill>
                  <a:srgbClr val="7C3AED"/>
                </a:solidFill>
                <a:latin typeface="Material Icons"/>
                <a:ea typeface="Material Icons"/>
                <a:cs typeface="Material Icons"/>
                <a:sym typeface="Material Icons"/>
              </a:endParaRPr>
            </a:p>
          </p:txBody>
        </p:sp>
        <p:sp>
          <p:nvSpPr>
            <p:cNvPr id="175" name="Google Shape;175;p17"/>
            <p:cNvSpPr txBox="1"/>
            <p:nvPr/>
          </p:nvSpPr>
          <p:spPr>
            <a:xfrm>
              <a:off x="10706100" y="5429250"/>
              <a:ext cx="5829300" cy="1905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US" sz="2400">
                  <a:solidFill>
                    <a:srgbClr val="0A0915"/>
                  </a:solidFill>
                  <a:latin typeface="Inter"/>
                  <a:ea typeface="Inter"/>
                  <a:cs typeface="Inter"/>
                  <a:sym typeface="Inter"/>
                </a:rPr>
                <a:t>Dudas resueltas</a:t>
              </a:r>
              <a:endParaRPr b="1" sz="2400">
                <a:solidFill>
                  <a:srgbClr val="0A0915"/>
                </a:solidFill>
                <a:latin typeface="Inter"/>
                <a:ea typeface="Inter"/>
                <a:cs typeface="Inter"/>
                <a:sym typeface="Inter"/>
              </a:endParaRPr>
            </a:p>
            <a:p>
              <a:pPr indent="0" lvl="0" marL="0" rtl="0" algn="l">
                <a:spcBef>
                  <a:spcPts val="600"/>
                </a:spcBef>
                <a:spcAft>
                  <a:spcPts val="0"/>
                </a:spcAft>
                <a:buNone/>
              </a:pPr>
              <a:r>
                <a:rPr b="0" lang="en-US" sz="1800">
                  <a:solidFill>
                    <a:srgbClr val="4B5563"/>
                  </a:solidFill>
                  <a:latin typeface="Inter"/>
                  <a:ea typeface="Inter"/>
                  <a:cs typeface="Inter"/>
                  <a:sym typeface="Inter"/>
                </a:rPr>
                <a:t>Lista de dudas funcionales para resolver en sesiones siguientes.</a:t>
              </a:r>
              <a:endParaRPr b="0" sz="1800">
                <a:solidFill>
                  <a:srgbClr val="4B5563"/>
                </a:solidFill>
                <a:latin typeface="Inter"/>
                <a:ea typeface="Inter"/>
                <a:cs typeface="Inter"/>
                <a:sym typeface="Inter"/>
              </a:endParaRPr>
            </a:p>
          </p:txBody>
        </p:sp>
      </p:grpSp>
      <p:grpSp>
        <p:nvGrpSpPr>
          <p:cNvPr id="176" name="Google Shape;176;p17"/>
          <p:cNvGrpSpPr/>
          <p:nvPr/>
        </p:nvGrpSpPr>
        <p:grpSpPr>
          <a:xfrm>
            <a:off x="1371600" y="8382000"/>
            <a:ext cx="15544800" cy="762000"/>
            <a:chOff x="1371600" y="8382000"/>
            <a:chExt cx="15544800" cy="762000"/>
          </a:xfrm>
        </p:grpSpPr>
        <p:sp>
          <p:nvSpPr>
            <p:cNvPr id="177" name="Google Shape;177;p17"/>
            <p:cNvSpPr/>
            <p:nvPr/>
          </p:nvSpPr>
          <p:spPr>
            <a:xfrm>
              <a:off x="1371600" y="8382000"/>
              <a:ext cx="15544800" cy="762000"/>
            </a:xfrm>
            <a:prstGeom prst="roundRect">
              <a:avLst>
                <a:gd fmla="val 12500" name="adj"/>
              </a:avLst>
            </a:prstGeom>
            <a:solidFill>
              <a:srgbClr val="EEF2FF"/>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78" name="Google Shape;178;p17"/>
            <p:cNvSpPr txBox="1"/>
            <p:nvPr/>
          </p:nvSpPr>
          <p:spPr>
            <a:xfrm>
              <a:off x="1371600" y="8382000"/>
              <a:ext cx="15544800" cy="762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0" lang="en-US" sz="2000">
                  <a:solidFill>
                    <a:srgbClr val="4338CA"/>
                  </a:solidFill>
                  <a:latin typeface="Inter SemiBold"/>
                  <a:ea typeface="Inter SemiBold"/>
                  <a:cs typeface="Inter SemiBold"/>
                  <a:sym typeface="Inter SemiBold"/>
                </a:rPr>
                <a:t>Objetivo: Transferencia de conocimiento accionable y documentada.</a:t>
              </a:r>
              <a:endParaRPr b="0" sz="2000">
                <a:solidFill>
                  <a:srgbClr val="4338CA"/>
                </a:solidFill>
                <a:latin typeface="Inter SemiBold"/>
                <a:ea typeface="Inter SemiBold"/>
                <a:cs typeface="Inter SemiBold"/>
                <a:sym typeface="Inter SemiBold"/>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3" name="Shape 183"/>
        <p:cNvGrpSpPr/>
        <p:nvPr/>
      </p:nvGrpSpPr>
      <p:grpSpPr>
        <a:xfrm>
          <a:off x="0" y="0"/>
          <a:ext cx="0" cy="0"/>
          <a:chOff x="0" y="0"/>
          <a:chExt cx="0" cy="0"/>
        </a:xfrm>
      </p:grpSpPr>
      <p:sp>
        <p:nvSpPr>
          <p:cNvPr id="184" name="Google Shape;184;p18"/>
          <p:cNvSpPr/>
          <p:nvPr/>
        </p:nvSpPr>
        <p:spPr>
          <a:xfrm>
            <a:off x="0" y="0"/>
            <a:ext cx="18288000" cy="1028700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5" name="Google Shape;185;p18"/>
          <p:cNvSpPr txBox="1"/>
          <p:nvPr/>
        </p:nvSpPr>
        <p:spPr>
          <a:xfrm>
            <a:off x="1371600" y="3200400"/>
            <a:ext cx="15544800" cy="1371600"/>
          </a:xfrm>
          <a:prstGeom prst="rect">
            <a:avLst/>
          </a:prstGeom>
          <a:noFill/>
          <a:ln>
            <a:noFill/>
          </a:ln>
        </p:spPr>
        <p:txBody>
          <a:bodyPr anchorCtr="0" anchor="t" bIns="0" lIns="0" spcFirstLastPara="1" rIns="0" wrap="square" tIns="0">
            <a:spAutoFit/>
          </a:bodyPr>
          <a:lstStyle/>
          <a:p>
            <a:pPr indent="0" lvl="0" marL="0" marR="0" rtl="0" algn="ctr">
              <a:lnSpc>
                <a:spcPct val="115000"/>
              </a:lnSpc>
              <a:spcBef>
                <a:spcPts val="0"/>
              </a:spcBef>
              <a:spcAft>
                <a:spcPts val="0"/>
              </a:spcAft>
              <a:buNone/>
            </a:pPr>
            <a:r>
              <a:rPr b="0" i="0" lang="en-US" sz="4200" u="none" cap="none" strike="noStrike">
                <a:solidFill>
                  <a:srgbClr val="FFFFFF"/>
                </a:solidFill>
                <a:latin typeface="Inter"/>
                <a:ea typeface="Inter"/>
                <a:cs typeface="Inter"/>
                <a:sym typeface="Inter"/>
              </a:rPr>
              <a:t>Una capacitación funcional sin instancia</a:t>
            </a:r>
            <a:endParaRPr/>
          </a:p>
        </p:txBody>
      </p:sp>
      <p:sp>
        <p:nvSpPr>
          <p:cNvPr id="186" name="Google Shape;186;p18"/>
          <p:cNvSpPr txBox="1"/>
          <p:nvPr/>
        </p:nvSpPr>
        <p:spPr>
          <a:xfrm>
            <a:off x="1371600" y="4754880"/>
            <a:ext cx="15544800" cy="1200600"/>
          </a:xfrm>
          <a:prstGeom prst="rect">
            <a:avLst/>
          </a:prstGeom>
          <a:noFill/>
          <a:ln>
            <a:noFill/>
          </a:ln>
        </p:spPr>
        <p:txBody>
          <a:bodyPr anchorCtr="0" anchor="t" bIns="0" lIns="0" spcFirstLastPara="1" rIns="0" wrap="square" tIns="0">
            <a:spAutoFit/>
          </a:bodyPr>
          <a:lstStyle/>
          <a:p>
            <a:pPr indent="0" lvl="0" marL="0" marR="0" rtl="0" algn="ctr">
              <a:lnSpc>
                <a:spcPct val="110000"/>
              </a:lnSpc>
              <a:spcBef>
                <a:spcPts val="0"/>
              </a:spcBef>
              <a:spcAft>
                <a:spcPts val="0"/>
              </a:spcAft>
              <a:buNone/>
            </a:pPr>
            <a:r>
              <a:rPr b="1" i="0" lang="en-US" sz="7800" u="none" cap="none" strike="noStrike">
                <a:solidFill>
                  <a:srgbClr val="FFFFFF"/>
                </a:solidFill>
                <a:latin typeface="Inter"/>
                <a:ea typeface="Inter"/>
                <a:cs typeface="Inter"/>
                <a:sym typeface="Inter"/>
              </a:rPr>
              <a:t>es una conferencia</a:t>
            </a:r>
            <a:endParaRPr/>
          </a:p>
        </p:txBody>
      </p:sp>
      <p:sp>
        <p:nvSpPr>
          <p:cNvPr id="187" name="Google Shape;187;p18"/>
          <p:cNvSpPr txBox="1"/>
          <p:nvPr/>
        </p:nvSpPr>
        <p:spPr>
          <a:xfrm>
            <a:off x="1371600" y="7315200"/>
            <a:ext cx="15544800" cy="1097280"/>
          </a:xfrm>
          <a:prstGeom prst="rect">
            <a:avLst/>
          </a:prstGeom>
          <a:noFill/>
          <a:ln>
            <a:noFill/>
          </a:ln>
        </p:spPr>
        <p:txBody>
          <a:bodyPr anchorCtr="0" anchor="t" bIns="0" lIns="0" spcFirstLastPara="1" rIns="0" wrap="square" tIns="0">
            <a:spAutoFit/>
          </a:bodyPr>
          <a:lstStyle/>
          <a:p>
            <a:pPr indent="0" lvl="0" marL="0" marR="0" rtl="0" algn="ctr">
              <a:lnSpc>
                <a:spcPct val="115000"/>
              </a:lnSpc>
              <a:spcBef>
                <a:spcPts val="0"/>
              </a:spcBef>
              <a:spcAft>
                <a:spcPts val="0"/>
              </a:spcAft>
              <a:buNone/>
            </a:pPr>
            <a:r>
              <a:rPr b="0" i="0" lang="en-US" sz="3000" u="none" cap="none" strike="noStrike">
                <a:solidFill>
                  <a:srgbClr val="FFFFFF"/>
                </a:solidFill>
                <a:latin typeface="Inter"/>
                <a:ea typeface="Inter"/>
                <a:cs typeface="Inter"/>
                <a:sym typeface="Inter"/>
              </a:rPr>
              <a:t>Solo la que se hace con la instancia abierta se sostiene.</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