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10.0s · 25 palabras]</a:t>
            </a:r>
          </a:p>
          <a:p/>
          <a:p>
            <a:r>
              <a:t>Antes de avanzar a Fase C necesitás cerrar once items del checklist. Vale la pena que los conozcas como una unidad, no como tareas sueltas.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23.2s · 58 palabras]</a:t>
            </a:r>
          </a:p>
          <a:p/>
          <a:p>
            <a:r>
              <a:t>Los dos primeros son las capacitaciones. La conceptual completada, con el equipo core entendiendo identidad digital y ventanilla. Y la funcional completada, con los especialistas operando la plataforma. Los siguientes tres son de definición: los trámites priorizados y aprobados por el dueño del proyecto, la gobernanza definida con roles asignados, y las integraciones definidas con plan técnico acordado.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26.4s · 66 palabras]</a:t>
            </a:r>
          </a:p>
          <a:p/>
          <a:p>
            <a:r>
              <a:t>Después vienen tres de habilitación: el equipo core con accesos a la instancia y manuales, la reunión técnica completada con arquitectura y APIs revisadas, y el dominio en progreso con estado verificado. Y los últimos tres son lo que pasa en paralelo: la instancia base configurada con identidad, imagen, catálogos y usuarios, los diccionarios de datos entregados o en proceso, y los roles verificados y vigentes.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33.6s · 84 palabras]</a:t>
            </a:r>
          </a:p>
          <a:p/>
          <a:p>
            <a:r>
              <a:t>La instancia base merece un comentario. Configurarla no se deja para después de las capacitaciones, se hace en paralelo. Apariencia, catálogos iniciales, usuarios del equipo core, módulos activos. Cuando llegás a la Fase C con la instancia ya identificada como del gobierno, el modelado arranca con velocidad. Y los roles vigentes son una verificación silenciosa pero importante. ¿Alguien del equipo cambió desde la Fase A? ¿Alguien terminó absorbiendo más de dos roles por necesidad? Si la respuesta es sí, lo flageás antes de avanzar.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27.6s · 69 palabras]</a:t>
            </a:r>
          </a:p>
          <a:p/>
          <a:p>
            <a:r>
              <a:t>Hay cuatro situaciones donde escalas a Sovra y no las resuelves solo. Cuando el gobierno no puede priorizar trámites por bloqueo político. Cuando las integraciones exceden tu capacidad técnica. Cuando el equipo core no se apropia de la plataforma después de las capacitaciones. Y cuando el técnico no se asigna después de dos semanas. En cualquiera de las cuatro, escribes a Sovra. Para eso está el modelo de soporte.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11.2s · 28 palabras]</a:t>
            </a:r>
          </a:p>
          <a:p/>
          <a:p>
            <a:r>
              <a:t>No avances a Fase C con items abiertos. Cada checkbox sin marcar es un problema que te alcanza en semana siete u ocho, cuando ya no hay margen.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7C3AED"/>
                </a:solidFill>
                <a:latin typeface="Figtree"/>
              </a:rPr>
              <a:t>FASE B</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Cerrar la fase</a:t>
            </a:r>
          </a:p>
          <a:p>
            <a:pPr algn="l">
              <a:lnSpc>
                <a:spcPct val="110000"/>
              </a:lnSpc>
            </a:pPr>
            <a:r>
              <a:rPr sz="8000" b="1" i="0">
                <a:solidFill>
                  <a:srgbClr val="0A0915"/>
                </a:solidFill>
                <a:latin typeface="Plus Jakarta Sans"/>
              </a:rPr>
              <a:t>y saber cuándo escalar.</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11 items del checklist antes de avanzar a Fase C. Conviene conocerlos como una unidad.</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Capacitaciones y definición (5 items).</a:t>
            </a:r>
          </a:p>
        </p:txBody>
      </p:sp>
      <p:sp>
        <p:nvSpPr>
          <p:cNvPr id="3" name="Rounded Rectangle 2"/>
          <p:cNvSpPr/>
          <p:nvPr/>
        </p:nvSpPr>
        <p:spPr>
          <a:xfrm>
            <a:off x="1371600" y="388620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Capacitación conceptual completada: equipo core entiende identidad digital y ventanilla.</a:t>
            </a:r>
          </a:p>
        </p:txBody>
      </p:sp>
      <p:sp>
        <p:nvSpPr>
          <p:cNvPr id="5" name="Rounded Rectangle 4"/>
          <p:cNvSpPr/>
          <p:nvPr/>
        </p:nvSpPr>
        <p:spPr>
          <a:xfrm>
            <a:off x="1371600" y="470916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Capacitación funcional completada: especialistas operando la plataforma.</a:t>
            </a:r>
          </a:p>
        </p:txBody>
      </p:sp>
      <p:sp>
        <p:nvSpPr>
          <p:cNvPr id="7" name="Rounded Rectangle 6"/>
          <p:cNvSpPr/>
          <p:nvPr/>
        </p:nvSpPr>
        <p:spPr>
          <a:xfrm>
            <a:off x="1371600" y="553212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Trámites priorizados y aprobados por el dueño del proyecto.</a:t>
            </a:r>
          </a:p>
        </p:txBody>
      </p:sp>
      <p:sp>
        <p:nvSpPr>
          <p:cNvPr id="9" name="Rounded Rectangle 8"/>
          <p:cNvSpPr/>
          <p:nvPr/>
        </p:nvSpPr>
        <p:spPr>
          <a:xfrm>
            <a:off x="1371600" y="635508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Gobernanza definida con roles asignados.</a:t>
            </a:r>
          </a:p>
        </p:txBody>
      </p:sp>
      <p:sp>
        <p:nvSpPr>
          <p:cNvPr id="11" name="Rounded Rectangle 10"/>
          <p:cNvSpPr/>
          <p:nvPr/>
        </p:nvSpPr>
        <p:spPr>
          <a:xfrm>
            <a:off x="1371600" y="717804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Integraciones definidas con plan técnico acordado.</a:t>
            </a:r>
          </a:p>
        </p:txBody>
      </p:sp>
      <p:sp>
        <p:nvSpPr>
          <p:cNvPr id="13" name="TextBox 12"/>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Habilitación y paralelo (6 items).</a:t>
            </a:r>
          </a:p>
        </p:txBody>
      </p:sp>
      <p:sp>
        <p:nvSpPr>
          <p:cNvPr id="3" name="Rounded Rectangle 2"/>
          <p:cNvSpPr/>
          <p:nvPr/>
        </p:nvSpPr>
        <p:spPr>
          <a:xfrm>
            <a:off x="1371600" y="388620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Equipo core con accesos a la instancia y manuales.</a:t>
            </a:r>
          </a:p>
        </p:txBody>
      </p:sp>
      <p:sp>
        <p:nvSpPr>
          <p:cNvPr id="5" name="Rounded Rectangle 4"/>
          <p:cNvSpPr/>
          <p:nvPr/>
        </p:nvSpPr>
        <p:spPr>
          <a:xfrm>
            <a:off x="1371600" y="470916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Reunión técnica completada: arquitectura y APIs revisadas.</a:t>
            </a:r>
          </a:p>
        </p:txBody>
      </p:sp>
      <p:sp>
        <p:nvSpPr>
          <p:cNvPr id="7" name="Rounded Rectangle 6"/>
          <p:cNvSpPr/>
          <p:nvPr/>
        </p:nvSpPr>
        <p:spPr>
          <a:xfrm>
            <a:off x="1371600" y="553212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Dominio en progreso con estado verificado.</a:t>
            </a:r>
          </a:p>
        </p:txBody>
      </p:sp>
      <p:sp>
        <p:nvSpPr>
          <p:cNvPr id="9" name="Rounded Rectangle 8"/>
          <p:cNvSpPr/>
          <p:nvPr/>
        </p:nvSpPr>
        <p:spPr>
          <a:xfrm>
            <a:off x="1371600" y="635508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Instancia base configurada: identidad, imagen, catálogos, usuarios.</a:t>
            </a:r>
          </a:p>
        </p:txBody>
      </p:sp>
      <p:sp>
        <p:nvSpPr>
          <p:cNvPr id="11" name="Rounded Rectangle 10"/>
          <p:cNvSpPr/>
          <p:nvPr/>
        </p:nvSpPr>
        <p:spPr>
          <a:xfrm>
            <a:off x="1371600" y="717804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Diccionarios de datos entregados o en proceso.</a:t>
            </a:r>
          </a:p>
        </p:txBody>
      </p:sp>
      <p:sp>
        <p:nvSpPr>
          <p:cNvPr id="13" name="Rounded Rectangle 12"/>
          <p:cNvSpPr/>
          <p:nvPr/>
        </p:nvSpPr>
        <p:spPr>
          <a:xfrm>
            <a:off x="1371600" y="800100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0" y="77724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Roles verificados y vigentes.</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7C3AED"/>
                </a:solidFill>
                <a:latin typeface="Figtree"/>
              </a:rPr>
              <a:t>La instancia base merece comentario</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No se deja para después</a:t>
            </a:r>
          </a:p>
          <a:p>
            <a:pPr algn="ctr">
              <a:lnSpc>
                <a:spcPct val="115000"/>
              </a:lnSpc>
            </a:pPr>
            <a:r>
              <a:rPr sz="5600" b="1" i="0">
                <a:solidFill>
                  <a:srgbClr val="0A0915"/>
                </a:solidFill>
                <a:latin typeface="Plus Jakarta Sans"/>
              </a:rPr>
              <a:t>de las capacitaciones.</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Se hace en paralelo: apariencia, catálogos iniciales, usuarios del core, módulos activos. Cuando llegas a Fase C con la instancia ya identificada como del gobierno, el modelado arranca con velocidad.</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Cuatro situaciones donde escalas a Sovra.</a:t>
            </a:r>
          </a:p>
        </p:txBody>
      </p:sp>
      <p:sp>
        <p:nvSpPr>
          <p:cNvPr id="3" name="Rounded Rectangle 2"/>
          <p:cNvSpPr/>
          <p:nvPr/>
        </p:nvSpPr>
        <p:spPr>
          <a:xfrm>
            <a:off x="1371600" y="388620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gobierno no puede priorizar trámites por bloqueo político.</a:t>
            </a:r>
          </a:p>
        </p:txBody>
      </p:sp>
      <p:sp>
        <p:nvSpPr>
          <p:cNvPr id="5" name="Rounded Rectangle 4"/>
          <p:cNvSpPr/>
          <p:nvPr/>
        </p:nvSpPr>
        <p:spPr>
          <a:xfrm>
            <a:off x="1371600" y="470916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Las integraciones exceden tu capacidad técnica.</a:t>
            </a:r>
          </a:p>
        </p:txBody>
      </p:sp>
      <p:sp>
        <p:nvSpPr>
          <p:cNvPr id="7" name="Rounded Rectangle 6"/>
          <p:cNvSpPr/>
          <p:nvPr/>
        </p:nvSpPr>
        <p:spPr>
          <a:xfrm>
            <a:off x="1371600" y="553212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equipo core no se apropia de la plataforma después de las capacitaciones.</a:t>
            </a:r>
          </a:p>
        </p:txBody>
      </p:sp>
      <p:sp>
        <p:nvSpPr>
          <p:cNvPr id="9" name="Rounded Rectangle 8"/>
          <p:cNvSpPr/>
          <p:nvPr/>
        </p:nvSpPr>
        <p:spPr>
          <a:xfrm>
            <a:off x="1371600" y="6355080"/>
            <a:ext cx="228600" cy="2286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El técnico no se asigna después de dos semanas.</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No avances a Fase C con items abiertos.</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Cada checkbox sin marcar</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es un problema que te alcanza en semana 7 u 8.</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