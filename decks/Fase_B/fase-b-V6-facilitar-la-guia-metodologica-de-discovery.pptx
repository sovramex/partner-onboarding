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12.0s · 30 palabras]</a:t>
            </a:r>
          </a:p>
          <a:p/>
          <a:p>
            <a:r>
              <a:t>La tercera reunión es la Guía Metodológica de Discovery de Trámites. Obligatoria, dos horas, y esta vez tiene que estar el dueño del proyecto, porque es quien aprueba la priorización.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26.8s · 67 palabras]</a:t>
            </a:r>
          </a:p>
          <a:p/>
          <a:p>
            <a:r>
              <a:t>El objetivo de la reunión es que el gobierno sepa cómo relevar, priorizar y documentar sus propios trámites para digitalizar. No los relevas tú. Los relevan ellos, con tu facilitación. Esa distinción es clave: si tú haces el discovery, en la Fase C el gobierno no entiende por qué un trámite quedó adentro y otro afuera. Si lo hacen ellos guiados por ti, las prioridades se sostienen.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34.8s · 87 palabras]</a:t>
            </a:r>
          </a:p>
          <a:p/>
          <a:p>
            <a:r>
              <a:t>La agenda recorre cuatro temas. Primero, cómo relevar los trámites existentes, mirando tres fuentes: los operadores que los ejecutan hoy, los formularios en papel que se usan y la normativa que los regula. Segundo, el criterio de priorización. La fórmula es simple: alto volumen ciudadano, baja complejidad técnica, proceso interno claro. Los trámites que cumplen las tres condiciones son los primeros. Tercero, cómo definir gobernanza, que es asignar roles y permisos en la plataforma. Y cuarto, la decisión de autenticación ciudadana, que vemos en detalle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24.0s · 60 palabras]</a:t>
            </a:r>
          </a:p>
          <a:p/>
          <a:p>
            <a:r>
              <a:t>Esta reunión deja cuatro entregables concretos. La lista priorizada de trámites para los noventa días, aprobada por el dueño del proyecto. La gobernanza definida, con nombre y apellido por rol. La decisión de autenticación registrada por escrito. Y los diccionarios de datos iniciados para los trámites priorizados, que es el insumo que vas a usar en toda la Fase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11.6s · 29 palabras]</a:t>
            </a:r>
          </a:p>
          <a:p/>
          <a:p>
            <a:r>
              <a:t>Una pregunta que conviene hacer en esta reunión: si el gobierno tiene una base de datos de usuarios existente. Si la tiene, una migración inicial acelera muchísimo la adopción.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8.8s · 22 palabras]</a:t>
            </a:r>
          </a:p>
          <a:p/>
          <a:p>
            <a:r>
              <a:t>El discovery no se entrega. Se facilita. Si lo haces tú, el gobierno no entiende sus propias prioridades en la Fase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3AED"/>
                </a:solidFill>
                <a:latin typeface="Figtree"/>
              </a:rPr>
              <a:t>FASE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Guía Metodológica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de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Obligatoria · 2 horas · con el dueño del proyecto presente, porque aprueba la priorización.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7C3AED"/>
                </a:solidFill>
                <a:latin typeface="Figtree"/>
              </a:rPr>
              <a:t>El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El gobierno releva,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prioriza y documenta sus trámites.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No los relevas tú. Los relevan ellos, con tu facilitación. Si tú haces el discovery, en la Fase C el gobierno no entiende por qué un trámite quedó adentro y otro afuera.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La agenda recorre cuatro temas.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Cómo relevar trámites existentes: operadores, formularios en papel, normativa.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Criterio de priorización: alto volumen, baja complejidad, proceso claro.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Cómo definir gobernanza: roles y permisos en la plataforma.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La decisión de autenticación ciudadana (se ve en detalle más adelante).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Cuatro entregables concretos.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Lista priorizada de trámites para los 90 días, aprobada por el dueño del proyecto.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Gobernanza definida, con nombre y apellido por 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Decisión de autenticación registrada por escrito.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Diccionarios de datos iniciados para los trámites priorizados.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7C3AED"/>
                </a:solidFill>
                <a:latin typeface="Figtree"/>
              </a:rPr>
              <a:t>Pregunta que conviene hacer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¿El gobierno tiene una base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de usuarios existente?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Si la tiene, una migración inicial acelera muchísimo la adopción.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El discovery no se entrega.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Se facilita.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Si lo haces tú, el gobierno no entiende sus prioridades en Fase 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