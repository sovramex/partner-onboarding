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15.6s · 39 palabras]</a:t>
            </a:r>
          </a:p>
          <a:p/>
          <a:p>
            <a:r>
              <a:t>Cuando termines la Fase B, el gobierno sabe operar la plataforma en lo básico, tiene sus trámites priorizados, su gobernanza definida y un plan técnico acordado. La instancia ya tiene identidad propia. El equipo está alineado y con accesos.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15.6s · 39 palabras]</a:t>
            </a:r>
          </a:p>
          <a:p/>
          <a:p>
            <a:r>
              <a:t>Cuando termines la Fase B, el gobierno sabe operar la plataforma en lo básico, tiene sus trámites priorizados, su gobernanza definida y un plan técnico acordado. La instancia ya tiene identidad propia. El equipo está alineado y con accesos.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22.4s · 56 palabras]</a:t>
            </a:r>
          </a:p>
          <a:p/>
          <a:p>
            <a:r>
              <a:t>Lo que viene es la Fase C, Modelado y configuración, entre las semanas seis y ocho. Es la fase donde el gobierno y tú modelan en concreto los trámites priorizados. Formularios, etapas, documento de salida, ficha del trámite. Las decisiones que tomaste en Fase B se materializan en pantallas reales que el ciudadano va a usar.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16.0s · 40 palabras]</a:t>
            </a:r>
          </a:p>
          <a:p/>
          <a:p>
            <a:r>
              <a:t>En la próxima fase vas a ver cómo se traduce el discovery en configuración concreta, cómo se modela un formulario sin sobre-ingeniería, y cómo se arman las etapas para que el funcionario gestione sin perderse. Nos vemos en Fase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9.6s · 24 palabras]</a:t>
            </a:r>
          </a:p>
          <a:p/>
          <a:p>
            <a:r>
              <a:t>La Fase B prepara al equipo. La Fase C construye los trámites. Si la B quedó cerrada en serio, la C avanza sin frenos.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3AED"/>
                </a:solidFill>
                <a:latin typeface="Figtree"/>
              </a:rPr>
              <a:t>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Qué viene: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Fase C — Modelado.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Semanas 6 a 8. Las decisiones de Fase B se materializan en pantallas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Lo que cerraste en Fase B.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El gobierno sabe operar la plataforma en lo básico.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Trámites priorizados, gobernanza definida y plan técnico acordado.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La instancia ya tiene identidad propia.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Equipo alineado y con accesos.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7C3AED"/>
                </a:solidFill>
                <a:latin typeface="Figtree"/>
              </a:rPr>
              <a:t>Lo que sigue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Fase C: Modelado y configuración.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El gobierno y tú modelan en concreto los trámites priorizados. Formularios, etapas, documento de salida, ficha del trámite. Las decisiones que tomaste en B se materializan en pantallas reales que el ciudadano va a usar.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En la próxima fase vas a ver.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Cómo se traduce el discovery en configuración concreta.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Cómo se modela un formulario sin sobre-ingeniería.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Cómo se arman las etapas para que el funcionario gestione sin perderse.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La Fase B prepara al equipo.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La Fase C construye los trámites.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Si la B quedó cerrada en serio, la C avanza sin frenos.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