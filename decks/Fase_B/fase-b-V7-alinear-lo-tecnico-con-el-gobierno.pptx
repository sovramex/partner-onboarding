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18.8s · 47 palabras]</a:t>
            </a:r>
          </a:p>
          <a:p/>
          <a:p>
            <a:r>
              <a:t>La cuarta reunión es la Reunión Técnica. Obligatoria, una hora y media a dos, con los técnicos de ambos lados. El especialista técnico del partner y el técnico del gobierno se sientan a alinear todo lo que viene. El coordinador puede asistir, pero no lidera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5.2s · 13 palabras]</a:t>
            </a:r>
          </a:p>
          <a:p/>
          <a:p>
            <a:r>
              <a:t>El objetivo es dejar acordado, por escrito, cómo se conectan los dos mundos.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26.4s · 66 palabras]</a:t>
            </a:r>
          </a:p>
          <a:p/>
          <a:p>
            <a:r>
              <a:t>La agenda cubre seis puntos. La arquitectura de la plataforma a alto nivel. La seguridad y los backups. Las APIs disponibles y dónde está su documentación. Las integraciones acordadas, que incluyen el proveedor de identidad del gobierno, los pagos y las consultas a bases de datos del gobierno. El plan técnico con responsables y timeline. Y el estado del dominio que se pidió en Fase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20.0s · 50 palabras]</a:t>
            </a:r>
          </a:p>
          <a:p/>
          <a:p>
            <a:r>
              <a:t>Esta reunión deja cuatro entregables, todos documentados. El plan técnico, con cada integración asignada a un responsable y con fecha. Las APIs documentadas y compartidas con el técnico del gobierno. El estado del dominio verificado, no asumido. Y los accesos técnicos al sandbox y a la documentación, entregados al gobierno.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21.6s · 54 palabras]</a:t>
            </a:r>
          </a:p>
          <a:p/>
          <a:p>
            <a:r>
              <a:t>Una cosa que conviene mirar de cerca: si el técnico del gobierno no aparece o aparece tarde, esto es un indicador temprano de problemas. La Reunión Técnica es donde se ve si hay técnico real o solo en el organigrama. Si no aparece, escalas al coordinador en la misma semana, no en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10.0s · 25 palabras]</a:t>
            </a:r>
          </a:p>
          <a:p/>
          <a:p>
            <a:r>
              <a:t>La Reunión Técnica revela si la integración va a ser un trabajo conjunto o una pelea. Mejor saberlo en semana cinco que en semana ocho.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3AED"/>
                </a:solidFill>
                <a:latin typeface="Figtree"/>
              </a:rPr>
              <a:t>FASE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La Reunión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Obligatoria · 1.5 a 2 horas · técnicos de ambos lados. El coordinador puede asistir, pero no lidera.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AED"/>
                </a:solidFill>
                <a:latin typeface="Figtree"/>
              </a:rPr>
              <a:t>El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Dejar acordado, por escrito,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cómo se conectan los dos mundos.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El especialista técnico del partner y el técnico del gobierno se sientan a alinear todo lo que viene.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La agenda cubre seis puntos.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Arquitectura de la plataforma a alto nivel.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Seguridad y backups.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APIs disponibles y dónde está su documentación.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Integraciones acordadas: IDP del gobierno, pagos, consultas a 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717804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94944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Plan técnico con responsables y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800100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77724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Estado del dominio que se pidió en Fase 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Cuatro entregables, todos documentados.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Plan técnico con cada integración asignada a un responsable y con fecha.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APIs documentadas y compartidas con el técnico del gobierno.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Estado del dominio verificado, no asumido.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Accesos técnicos al sandbox y a la documentación, entregados al gobierno.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AED"/>
                </a:solidFill>
                <a:latin typeface="Figtree"/>
              </a:rPr>
              <a:t>Indicador temprano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Si el técnico del gobierno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no aparece o aparece tarde.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La Reunión Técnica es donde se ve si hay técnico real o solo en el organigrama. Si no aparece, escalas al coordinador en la misma semana, no en la siguiente.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La Reunión Técnica revela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si la integración va a ser un trabajo conjunto o una pelea.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Mejor saberlo en semana 5 que en semana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