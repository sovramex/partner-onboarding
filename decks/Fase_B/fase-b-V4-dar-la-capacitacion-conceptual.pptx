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12.0s · 30 palabras]</a:t>
            </a:r>
          </a:p>
          <a:p/>
          <a:p>
            <a:r>
              <a:t>La primera reunión de la Fase B es la Capacitación Conceptual. Obligatoria, entre dos y tres horas, con el equipo core completo. Si el dueño del proyecto puede asistir,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27.6s · 69 palabras]</a:t>
            </a:r>
          </a:p>
          <a:p/>
          <a:p>
            <a:r>
              <a:t>El objetivo es nivelar el lenguaje. Que todos los que van a trabajar el ciclo entiendan, en el mismo idioma, qué es identidad digital, qué son las credenciales verificables, qué es una ventanilla digital y qué significa interoperabilidad. Esto no es técnico, es conceptual. No estás enseñando a configurar nada todavía. Estás dándole al gobierno el vocabulario con el que van a tomar decisiones durante los próximos noventa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26.4s · 66 palabras]</a:t>
            </a:r>
          </a:p>
          <a:p/>
          <a:p>
            <a:r>
              <a:t>La agenda recorre cinco temas. Qué es identidad digital y por qué importa. Qué son las credenciales verificables, cómo funcionan y en qué casos reales se aplican. Qué es una ventanilla digital y en qué se diferencia de un portal tradicional. Cómo se conectan los sistemas entre sí, que es lo que llamamos interoperabilidad. Y casos reales de otros gobiernos: Nuevo León, San Miguel, San Juan.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5.6s · 14 palabras]</a:t>
            </a:r>
          </a:p>
          <a:p/>
          <a:p>
            <a:r>
              <a:t>Los casos son clave. La teoría sin ejemplo concreto se olvida en una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18.0s · 45 palabras]</a:t>
            </a:r>
          </a:p>
          <a:p/>
          <a:p>
            <a:r>
              <a:t>Tres entregables salen de esta reunión. El equipo core alineado en los conceptos fundamentales. Una lista de preguntas frecuentes documentadas, porque siempre las hay. Y una base compartida de lenguaje, que es el insumo más valioso: a partir de acá todos hablan el mismo idioma.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9.6s · 24 palabras]</a:t>
            </a:r>
          </a:p>
          <a:p/>
          <a:p>
            <a:r>
              <a:t>La capacitación conceptual no enseña a usar la plataforma. Enseña a pensar en plataforma. Sin eso, todo lo demás llega al gobierno como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3AED"/>
                </a:solidFill>
                <a:latin typeface="Figtree"/>
              </a:rPr>
              <a:t>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La Capacitación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Conceptual.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Obligatoria · 2 a 3 horas · equipo core completo. Si el dueño del proyecto puede asistir,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7C3AED"/>
                </a:solidFill>
                <a:latin typeface="Figtree"/>
              </a:rPr>
              <a:t>El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Nivelar el lenguaje.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Que todos los que van a trabajar el ciclo entiendan, en el mismo idioma, qué es identidad digital, qué son las credenciales verificables, qué es una ventanilla digital y qué significa interoperabilidad.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La agenda recorre cinco temas.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Qué es identidad digital y por qué importa.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Qué son las credenciales verificables y en qué casos reales se aplican.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Qué es una ventanilla digital y en qué se diferencia de un portal tradicional.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Cómo se conectan los sistemas: interoperabilidad.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717804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694944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Casos reales: Nuevo León, San Miguel, San Juan.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7C3AED"/>
                </a:solidFill>
                <a:latin typeface="Figtree"/>
              </a:rPr>
              <a:t>Por qué los casos son clave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La teoría sin ejemplo concreto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se olvida en una semana.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Los casos reales fijan los conceptos. Sin ellos, todo lo demás llega como ruido.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Tres entregables salen de la reunión.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4572000"/>
            <a:ext cx="50292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7C3AED"/>
                </a:solidFill>
                <a:latin typeface="Plus Jakarta Sans"/>
              </a:rPr>
              <a:t>Equipo core alineado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Todos comparten los conceptos fundamentales.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4572000"/>
            <a:ext cx="50292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7C3AED"/>
                </a:solidFill>
                <a:latin typeface="Plus Jakarta Sans"/>
              </a:rPr>
              <a:t>Preguntas frecuentes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Documentadas. Siempre las hay.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158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15800" y="4572000"/>
            <a:ext cx="50292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815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7C3AED"/>
                </a:solidFill>
                <a:latin typeface="Plus Jakarta Sans"/>
              </a:rPr>
              <a:t>Base de lenguaje compartida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El insumo más valioso: a partir de acá todos hablan el mismo idioma.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La conceptual no enseña a usar la plataforma.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Enseña a pensar en plataforma.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Sin eso, todo lo demás llega como ruido.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